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2"/>
  </p:notesMasterIdLst>
  <p:sldIdLst>
    <p:sldId id="256" r:id="rId2"/>
    <p:sldId id="294" r:id="rId3"/>
    <p:sldId id="397" r:id="rId4"/>
    <p:sldId id="398" r:id="rId5"/>
    <p:sldId id="258" r:id="rId6"/>
    <p:sldId id="387" r:id="rId7"/>
    <p:sldId id="388" r:id="rId8"/>
    <p:sldId id="396" r:id="rId9"/>
    <p:sldId id="270" r:id="rId10"/>
    <p:sldId id="390" r:id="rId11"/>
    <p:sldId id="391" r:id="rId12"/>
    <p:sldId id="392" r:id="rId13"/>
    <p:sldId id="268" r:id="rId14"/>
    <p:sldId id="286" r:id="rId15"/>
    <p:sldId id="395" r:id="rId16"/>
    <p:sldId id="259" r:id="rId17"/>
    <p:sldId id="400" r:id="rId18"/>
    <p:sldId id="260" r:id="rId19"/>
    <p:sldId id="302" r:id="rId20"/>
    <p:sldId id="276" r:id="rId21"/>
    <p:sldId id="272" r:id="rId22"/>
    <p:sldId id="273" r:id="rId23"/>
    <p:sldId id="274" r:id="rId24"/>
    <p:sldId id="275" r:id="rId25"/>
    <p:sldId id="296" r:id="rId26"/>
    <p:sldId id="289" r:id="rId27"/>
    <p:sldId id="291" r:id="rId28"/>
    <p:sldId id="277" r:id="rId29"/>
    <p:sldId id="279" r:id="rId30"/>
    <p:sldId id="280" r:id="rId31"/>
    <p:sldId id="261" r:id="rId32"/>
    <p:sldId id="266" r:id="rId33"/>
    <p:sldId id="393" r:id="rId34"/>
    <p:sldId id="283" r:id="rId35"/>
    <p:sldId id="394" r:id="rId36"/>
    <p:sldId id="299" r:id="rId37"/>
    <p:sldId id="292" r:id="rId38"/>
    <p:sldId id="300" r:id="rId39"/>
    <p:sldId id="399" r:id="rId40"/>
    <p:sldId id="298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DBBB22-57D0-439F-88BE-5350F5FDB76E}" v="3261" dt="2025-11-18T20:29:57.2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, Zishuo" userId="7649741a-9cfe-4c93-b2a6-033691301ee6" providerId="ADAL" clId="{69B7B184-8606-47A9-B720-224CFFDE9626}"/>
    <pc:docChg chg="undo custSel addSld delSld modSld">
      <pc:chgData name="Zhao, Zishuo" userId="7649741a-9cfe-4c93-b2a6-033691301ee6" providerId="ADAL" clId="{69B7B184-8606-47A9-B720-224CFFDE9626}" dt="2025-11-18T20:29:57.216" v="4344" actId="20577"/>
      <pc:docMkLst>
        <pc:docMk/>
      </pc:docMkLst>
      <pc:sldChg chg="modSp mod">
        <pc:chgData name="Zhao, Zishuo" userId="7649741a-9cfe-4c93-b2a6-033691301ee6" providerId="ADAL" clId="{69B7B184-8606-47A9-B720-224CFFDE9626}" dt="2025-11-17T19:47:23.762" v="2305" actId="20577"/>
        <pc:sldMkLst>
          <pc:docMk/>
          <pc:sldMk cId="305801044" sldId="256"/>
        </pc:sldMkLst>
        <pc:spChg chg="mod">
          <ac:chgData name="Zhao, Zishuo" userId="7649741a-9cfe-4c93-b2a6-033691301ee6" providerId="ADAL" clId="{69B7B184-8606-47A9-B720-224CFFDE9626}" dt="2025-11-17T19:46:57.091" v="2300" actId="255"/>
          <ac:spMkLst>
            <pc:docMk/>
            <pc:sldMk cId="305801044" sldId="256"/>
            <ac:spMk id="3" creationId="{7E5A8120-1402-52EB-1118-D146F6967013}"/>
          </ac:spMkLst>
        </pc:spChg>
        <pc:spChg chg="mod">
          <ac:chgData name="Zhao, Zishuo" userId="7649741a-9cfe-4c93-b2a6-033691301ee6" providerId="ADAL" clId="{69B7B184-8606-47A9-B720-224CFFDE9626}" dt="2025-11-17T19:47:23.762" v="2305" actId="20577"/>
          <ac:spMkLst>
            <pc:docMk/>
            <pc:sldMk cId="305801044" sldId="256"/>
            <ac:spMk id="4" creationId="{546BB084-93B3-FB84-670B-8B3545F2E05F}"/>
          </ac:spMkLst>
        </pc:spChg>
      </pc:sldChg>
      <pc:sldChg chg="del">
        <pc:chgData name="Zhao, Zishuo" userId="7649741a-9cfe-4c93-b2a6-033691301ee6" providerId="ADAL" clId="{69B7B184-8606-47A9-B720-224CFFDE9626}" dt="2025-11-17T18:54:39.874" v="6" actId="47"/>
        <pc:sldMkLst>
          <pc:docMk/>
          <pc:sldMk cId="3470296300" sldId="257"/>
        </pc:sldMkLst>
      </pc:sldChg>
      <pc:sldChg chg="addSp modSp add mod modAnim">
        <pc:chgData name="Zhao, Zishuo" userId="7649741a-9cfe-4c93-b2a6-033691301ee6" providerId="ADAL" clId="{69B7B184-8606-47A9-B720-224CFFDE9626}" dt="2025-11-18T20:20:41.328" v="4072" actId="1076"/>
        <pc:sldMkLst>
          <pc:docMk/>
          <pc:sldMk cId="3221677069" sldId="258"/>
        </pc:sldMkLst>
        <pc:spChg chg="mod">
          <ac:chgData name="Zhao, Zishuo" userId="7649741a-9cfe-4c93-b2a6-033691301ee6" providerId="ADAL" clId="{69B7B184-8606-47A9-B720-224CFFDE9626}" dt="2025-11-18T19:53:13.852" v="3197" actId="20577"/>
          <ac:spMkLst>
            <pc:docMk/>
            <pc:sldMk cId="3221677069" sldId="258"/>
            <ac:spMk id="2" creationId="{200C57B4-7181-A922-EB08-C3772519ABB1}"/>
          </ac:spMkLst>
        </pc:spChg>
        <pc:spChg chg="mod">
          <ac:chgData name="Zhao, Zishuo" userId="7649741a-9cfe-4c93-b2a6-033691301ee6" providerId="ADAL" clId="{69B7B184-8606-47A9-B720-224CFFDE9626}" dt="2025-11-17T19:07:09.274" v="491" actId="20577"/>
          <ac:spMkLst>
            <pc:docMk/>
            <pc:sldMk cId="3221677069" sldId="258"/>
            <ac:spMk id="3" creationId="{8005AC93-EDD0-0754-60EC-74AA6ECC1AC8}"/>
          </ac:spMkLst>
        </pc:spChg>
        <pc:spChg chg="mod">
          <ac:chgData name="Zhao, Zishuo" userId="7649741a-9cfe-4c93-b2a6-033691301ee6" providerId="ADAL" clId="{69B7B184-8606-47A9-B720-224CFFDE9626}" dt="2025-11-18T20:18:16.210" v="3937" actId="20577"/>
          <ac:spMkLst>
            <pc:docMk/>
            <pc:sldMk cId="3221677069" sldId="258"/>
            <ac:spMk id="6" creationId="{6F70A0E9-A4EE-5478-722D-17479196F6C8}"/>
          </ac:spMkLst>
        </pc:spChg>
        <pc:spChg chg="add mod">
          <ac:chgData name="Zhao, Zishuo" userId="7649741a-9cfe-4c93-b2a6-033691301ee6" providerId="ADAL" clId="{69B7B184-8606-47A9-B720-224CFFDE9626}" dt="2025-11-18T20:19:31.031" v="3998" actId="1076"/>
          <ac:spMkLst>
            <pc:docMk/>
            <pc:sldMk cId="3221677069" sldId="258"/>
            <ac:spMk id="7" creationId="{C19CD526-809D-6A4E-DB50-CAB8CABACDF6}"/>
          </ac:spMkLst>
        </pc:spChg>
        <pc:spChg chg="add mod">
          <ac:chgData name="Zhao, Zishuo" userId="7649741a-9cfe-4c93-b2a6-033691301ee6" providerId="ADAL" clId="{69B7B184-8606-47A9-B720-224CFFDE9626}" dt="2025-11-18T20:20:41.328" v="4072" actId="1076"/>
          <ac:spMkLst>
            <pc:docMk/>
            <pc:sldMk cId="3221677069" sldId="258"/>
            <ac:spMk id="8" creationId="{4DB2559A-8613-C3F9-848E-0CF717F82D98}"/>
          </ac:spMkLst>
        </pc:spChg>
      </pc:sldChg>
      <pc:sldChg chg="modSp">
        <pc:chgData name="Zhao, Zishuo" userId="7649741a-9cfe-4c93-b2a6-033691301ee6" providerId="ADAL" clId="{69B7B184-8606-47A9-B720-224CFFDE9626}" dt="2025-11-18T19:56:21.933" v="3269" actId="20577"/>
        <pc:sldMkLst>
          <pc:docMk/>
          <pc:sldMk cId="2507638247" sldId="259"/>
        </pc:sldMkLst>
        <pc:spChg chg="mod">
          <ac:chgData name="Zhao, Zishuo" userId="7649741a-9cfe-4c93-b2a6-033691301ee6" providerId="ADAL" clId="{69B7B184-8606-47A9-B720-224CFFDE9626}" dt="2025-11-18T19:56:21.933" v="3269" actId="20577"/>
          <ac:spMkLst>
            <pc:docMk/>
            <pc:sldMk cId="2507638247" sldId="259"/>
            <ac:spMk id="3" creationId="{D16A63FD-8A9C-5FDA-9AC6-78EEE4109ED5}"/>
          </ac:spMkLst>
        </pc:spChg>
      </pc:sldChg>
      <pc:sldChg chg="modSp mod modAnim">
        <pc:chgData name="Zhao, Zishuo" userId="7649741a-9cfe-4c93-b2a6-033691301ee6" providerId="ADAL" clId="{69B7B184-8606-47A9-B720-224CFFDE9626}" dt="2025-11-18T20:14:35.796" v="3923" actId="20577"/>
        <pc:sldMkLst>
          <pc:docMk/>
          <pc:sldMk cId="806841078" sldId="260"/>
        </pc:sldMkLst>
        <pc:spChg chg="mod">
          <ac:chgData name="Zhao, Zishuo" userId="7649741a-9cfe-4c93-b2a6-033691301ee6" providerId="ADAL" clId="{69B7B184-8606-47A9-B720-224CFFDE9626}" dt="2025-11-18T20:14:35.796" v="3923" actId="20577"/>
          <ac:spMkLst>
            <pc:docMk/>
            <pc:sldMk cId="806841078" sldId="260"/>
            <ac:spMk id="3" creationId="{13C890A0-21C9-CAB5-428A-2C31B4D89F6D}"/>
          </ac:spMkLst>
        </pc:spChg>
      </pc:sldChg>
      <pc:sldChg chg="modSp mod">
        <pc:chgData name="Zhao, Zishuo" userId="7649741a-9cfe-4c93-b2a6-033691301ee6" providerId="ADAL" clId="{69B7B184-8606-47A9-B720-224CFFDE9626}" dt="2025-11-17T19:02:47.269" v="278" actId="27636"/>
        <pc:sldMkLst>
          <pc:docMk/>
          <pc:sldMk cId="1612829066" sldId="266"/>
        </pc:sldMkLst>
        <pc:spChg chg="mod">
          <ac:chgData name="Zhao, Zishuo" userId="7649741a-9cfe-4c93-b2a6-033691301ee6" providerId="ADAL" clId="{69B7B184-8606-47A9-B720-224CFFDE9626}" dt="2025-11-17T19:02:47.269" v="278" actId="27636"/>
          <ac:spMkLst>
            <pc:docMk/>
            <pc:sldMk cId="1612829066" sldId="266"/>
            <ac:spMk id="3" creationId="{8754DC04-7F0C-6051-C282-F67B45FA7080}"/>
          </ac:spMkLst>
        </pc:spChg>
      </pc:sldChg>
      <pc:sldChg chg="modSp modAnim">
        <pc:chgData name="Zhao, Zishuo" userId="7649741a-9cfe-4c93-b2a6-033691301ee6" providerId="ADAL" clId="{69B7B184-8606-47A9-B720-224CFFDE9626}" dt="2025-11-17T19:08:40.985" v="494" actId="20577"/>
        <pc:sldMkLst>
          <pc:docMk/>
          <pc:sldMk cId="3279876221" sldId="270"/>
        </pc:sldMkLst>
        <pc:spChg chg="mod">
          <ac:chgData name="Zhao, Zishuo" userId="7649741a-9cfe-4c93-b2a6-033691301ee6" providerId="ADAL" clId="{69B7B184-8606-47A9-B720-224CFFDE9626}" dt="2025-11-17T19:08:40.985" v="494" actId="20577"/>
          <ac:spMkLst>
            <pc:docMk/>
            <pc:sldMk cId="3279876221" sldId="270"/>
            <ac:spMk id="3" creationId="{3E1FC437-FC94-EA4F-CBFD-DA4639AF8AE8}"/>
          </ac:spMkLst>
        </pc:spChg>
      </pc:sldChg>
      <pc:sldChg chg="modSp">
        <pc:chgData name="Zhao, Zishuo" userId="7649741a-9cfe-4c93-b2a6-033691301ee6" providerId="ADAL" clId="{69B7B184-8606-47A9-B720-224CFFDE9626}" dt="2025-11-17T19:11:33.188" v="512" actId="207"/>
        <pc:sldMkLst>
          <pc:docMk/>
          <pc:sldMk cId="3187196976" sldId="275"/>
        </pc:sldMkLst>
        <pc:spChg chg="mod">
          <ac:chgData name="Zhao, Zishuo" userId="7649741a-9cfe-4c93-b2a6-033691301ee6" providerId="ADAL" clId="{69B7B184-8606-47A9-B720-224CFFDE9626}" dt="2025-11-17T19:11:33.188" v="512" actId="207"/>
          <ac:spMkLst>
            <pc:docMk/>
            <pc:sldMk cId="3187196976" sldId="275"/>
            <ac:spMk id="3" creationId="{E51AED24-D69A-A837-D6B0-F2899456941C}"/>
          </ac:spMkLst>
        </pc:spChg>
      </pc:sldChg>
      <pc:sldChg chg="modSp mod modAnim">
        <pc:chgData name="Zhao, Zishuo" userId="7649741a-9cfe-4c93-b2a6-033691301ee6" providerId="ADAL" clId="{69B7B184-8606-47A9-B720-224CFFDE9626}" dt="2025-11-18T20:29:57.216" v="4344" actId="20577"/>
        <pc:sldMkLst>
          <pc:docMk/>
          <pc:sldMk cId="2824131948" sldId="277"/>
        </pc:sldMkLst>
        <pc:spChg chg="mod">
          <ac:chgData name="Zhao, Zishuo" userId="7649741a-9cfe-4c93-b2a6-033691301ee6" providerId="ADAL" clId="{69B7B184-8606-47A9-B720-224CFFDE9626}" dt="2025-11-18T20:29:57.216" v="4344" actId="20577"/>
          <ac:spMkLst>
            <pc:docMk/>
            <pc:sldMk cId="2824131948" sldId="277"/>
            <ac:spMk id="3" creationId="{12712F21-EEF8-632F-095B-68859E81AC66}"/>
          </ac:spMkLst>
        </pc:spChg>
      </pc:sldChg>
      <pc:sldChg chg="modSp mod addAnim delAnim modAnim">
        <pc:chgData name="Zhao, Zishuo" userId="7649741a-9cfe-4c93-b2a6-033691301ee6" providerId="ADAL" clId="{69B7B184-8606-47A9-B720-224CFFDE9626}" dt="2025-11-17T19:39:01.766" v="1933" actId="20577"/>
        <pc:sldMkLst>
          <pc:docMk/>
          <pc:sldMk cId="1231787754" sldId="279"/>
        </pc:sldMkLst>
        <pc:spChg chg="mod">
          <ac:chgData name="Zhao, Zishuo" userId="7649741a-9cfe-4c93-b2a6-033691301ee6" providerId="ADAL" clId="{69B7B184-8606-47A9-B720-224CFFDE9626}" dt="2025-11-17T19:39:01.766" v="1933" actId="20577"/>
          <ac:spMkLst>
            <pc:docMk/>
            <pc:sldMk cId="1231787754" sldId="279"/>
            <ac:spMk id="3" creationId="{D5F06F02-71FE-8899-017B-C18E18C43ECB}"/>
          </ac:spMkLst>
        </pc:spChg>
        <pc:spChg chg="mod">
          <ac:chgData name="Zhao, Zishuo" userId="7649741a-9cfe-4c93-b2a6-033691301ee6" providerId="ADAL" clId="{69B7B184-8606-47A9-B720-224CFFDE9626}" dt="2025-11-17T19:14:04.606" v="566" actId="1076"/>
          <ac:spMkLst>
            <pc:docMk/>
            <pc:sldMk cId="1231787754" sldId="279"/>
            <ac:spMk id="4" creationId="{A6A495FD-27DF-6583-7359-2AAE71CE9D64}"/>
          </ac:spMkLst>
        </pc:spChg>
      </pc:sldChg>
      <pc:sldChg chg="modSp">
        <pc:chgData name="Zhao, Zishuo" userId="7649741a-9cfe-4c93-b2a6-033691301ee6" providerId="ADAL" clId="{69B7B184-8606-47A9-B720-224CFFDE9626}" dt="2025-11-17T19:15:52.076" v="673" actId="20577"/>
        <pc:sldMkLst>
          <pc:docMk/>
          <pc:sldMk cId="2270668376" sldId="283"/>
        </pc:sldMkLst>
        <pc:spChg chg="mod">
          <ac:chgData name="Zhao, Zishuo" userId="7649741a-9cfe-4c93-b2a6-033691301ee6" providerId="ADAL" clId="{69B7B184-8606-47A9-B720-224CFFDE9626}" dt="2025-11-17T19:15:52.076" v="673" actId="20577"/>
          <ac:spMkLst>
            <pc:docMk/>
            <pc:sldMk cId="2270668376" sldId="283"/>
            <ac:spMk id="3" creationId="{3AA2178E-50C5-38EB-A0E9-C14B04A4414C}"/>
          </ac:spMkLst>
        </pc:spChg>
      </pc:sldChg>
      <pc:sldChg chg="del">
        <pc:chgData name="Zhao, Zishuo" userId="7649741a-9cfe-4c93-b2a6-033691301ee6" providerId="ADAL" clId="{69B7B184-8606-47A9-B720-224CFFDE9626}" dt="2025-11-17T18:53:11.145" v="3" actId="47"/>
        <pc:sldMkLst>
          <pc:docMk/>
          <pc:sldMk cId="3775353896" sldId="284"/>
        </pc:sldMkLst>
      </pc:sldChg>
      <pc:sldChg chg="del">
        <pc:chgData name="Zhao, Zishuo" userId="7649741a-9cfe-4c93-b2a6-033691301ee6" providerId="ADAL" clId="{69B7B184-8606-47A9-B720-224CFFDE9626}" dt="2025-11-17T19:03:45.587" v="286" actId="47"/>
        <pc:sldMkLst>
          <pc:docMk/>
          <pc:sldMk cId="1660960302" sldId="285"/>
        </pc:sldMkLst>
      </pc:sldChg>
      <pc:sldChg chg="modSp mod">
        <pc:chgData name="Zhao, Zishuo" userId="7649741a-9cfe-4c93-b2a6-033691301ee6" providerId="ADAL" clId="{69B7B184-8606-47A9-B720-224CFFDE9626}" dt="2025-11-17T19:25:26.579" v="1121" actId="20577"/>
        <pc:sldMkLst>
          <pc:docMk/>
          <pc:sldMk cId="973048416" sldId="286"/>
        </pc:sldMkLst>
        <pc:spChg chg="mod">
          <ac:chgData name="Zhao, Zishuo" userId="7649741a-9cfe-4c93-b2a6-033691301ee6" providerId="ADAL" clId="{69B7B184-8606-47A9-B720-224CFFDE9626}" dt="2025-11-17T19:25:26.579" v="1121" actId="20577"/>
          <ac:spMkLst>
            <pc:docMk/>
            <pc:sldMk cId="973048416" sldId="286"/>
            <ac:spMk id="2" creationId="{980720AA-B7DA-5B30-1E6D-77E6A432D416}"/>
          </ac:spMkLst>
        </pc:spChg>
        <pc:graphicFrameChg chg="mod">
          <ac:chgData name="Zhao, Zishuo" userId="7649741a-9cfe-4c93-b2a6-033691301ee6" providerId="ADAL" clId="{69B7B184-8606-47A9-B720-224CFFDE9626}" dt="2025-11-17T19:24:32.572" v="1073" actId="1076"/>
          <ac:graphicFrameMkLst>
            <pc:docMk/>
            <pc:sldMk cId="973048416" sldId="286"/>
            <ac:graphicFrameMk id="4" creationId="{605041B1-DE66-58F6-8AB3-2E35C91A27FB}"/>
          </ac:graphicFrameMkLst>
        </pc:graphicFrameChg>
      </pc:sldChg>
      <pc:sldChg chg="del">
        <pc:chgData name="Zhao, Zishuo" userId="7649741a-9cfe-4c93-b2a6-033691301ee6" providerId="ADAL" clId="{69B7B184-8606-47A9-B720-224CFFDE9626}" dt="2025-11-17T18:59:48.485" v="94" actId="47"/>
        <pc:sldMkLst>
          <pc:docMk/>
          <pc:sldMk cId="1919564848" sldId="287"/>
        </pc:sldMkLst>
      </pc:sldChg>
      <pc:sldChg chg="modSp mod modAnim">
        <pc:chgData name="Zhao, Zishuo" userId="7649741a-9cfe-4c93-b2a6-033691301ee6" providerId="ADAL" clId="{69B7B184-8606-47A9-B720-224CFFDE9626}" dt="2025-11-18T20:29:01.175" v="4275" actId="20577"/>
        <pc:sldMkLst>
          <pc:docMk/>
          <pc:sldMk cId="3661070346" sldId="291"/>
        </pc:sldMkLst>
        <pc:spChg chg="mod">
          <ac:chgData name="Zhao, Zishuo" userId="7649741a-9cfe-4c93-b2a6-033691301ee6" providerId="ADAL" clId="{69B7B184-8606-47A9-B720-224CFFDE9626}" dt="2025-11-18T20:29:01.175" v="4275" actId="20577"/>
          <ac:spMkLst>
            <pc:docMk/>
            <pc:sldMk cId="3661070346" sldId="291"/>
            <ac:spMk id="3" creationId="{43F9FA68-D25D-EB81-17DA-B3B0F82E3B89}"/>
          </ac:spMkLst>
        </pc:spChg>
      </pc:sldChg>
      <pc:sldChg chg="del">
        <pc:chgData name="Zhao, Zishuo" userId="7649741a-9cfe-4c93-b2a6-033691301ee6" providerId="ADAL" clId="{69B7B184-8606-47A9-B720-224CFFDE9626}" dt="2025-11-17T19:16:14.216" v="674" actId="47"/>
        <pc:sldMkLst>
          <pc:docMk/>
          <pc:sldMk cId="646647769" sldId="293"/>
        </pc:sldMkLst>
      </pc:sldChg>
      <pc:sldChg chg="add">
        <pc:chgData name="Zhao, Zishuo" userId="7649741a-9cfe-4c93-b2a6-033691301ee6" providerId="ADAL" clId="{69B7B184-8606-47A9-B720-224CFFDE9626}" dt="2025-11-17T18:54:44.504" v="7"/>
        <pc:sldMkLst>
          <pc:docMk/>
          <pc:sldMk cId="3470296300" sldId="294"/>
        </pc:sldMkLst>
      </pc:sldChg>
      <pc:sldChg chg="del">
        <pc:chgData name="Zhao, Zishuo" userId="7649741a-9cfe-4c93-b2a6-033691301ee6" providerId="ADAL" clId="{69B7B184-8606-47A9-B720-224CFFDE9626}" dt="2025-11-17T19:08:31.226" v="492" actId="47"/>
        <pc:sldMkLst>
          <pc:docMk/>
          <pc:sldMk cId="891103564" sldId="295"/>
        </pc:sldMkLst>
      </pc:sldChg>
      <pc:sldChg chg="del">
        <pc:chgData name="Zhao, Zishuo" userId="7649741a-9cfe-4c93-b2a6-033691301ee6" providerId="ADAL" clId="{69B7B184-8606-47A9-B720-224CFFDE9626}" dt="2025-11-17T19:22:17.905" v="1071" actId="47"/>
        <pc:sldMkLst>
          <pc:docMk/>
          <pc:sldMk cId="3908240766" sldId="297"/>
        </pc:sldMkLst>
      </pc:sldChg>
      <pc:sldChg chg="modSp mod modAnim">
        <pc:chgData name="Zhao, Zishuo" userId="7649741a-9cfe-4c93-b2a6-033691301ee6" providerId="ADAL" clId="{69B7B184-8606-47A9-B720-224CFFDE9626}" dt="2025-11-18T20:16:30.893" v="3928" actId="27636"/>
        <pc:sldMkLst>
          <pc:docMk/>
          <pc:sldMk cId="1207642369" sldId="300"/>
        </pc:sldMkLst>
        <pc:spChg chg="mod">
          <ac:chgData name="Zhao, Zishuo" userId="7649741a-9cfe-4c93-b2a6-033691301ee6" providerId="ADAL" clId="{69B7B184-8606-47A9-B720-224CFFDE9626}" dt="2025-11-17T19:04:20.611" v="317" actId="20577"/>
          <ac:spMkLst>
            <pc:docMk/>
            <pc:sldMk cId="1207642369" sldId="300"/>
            <ac:spMk id="2" creationId="{201C74F3-6C74-AB69-F547-7D77D5E27AF9}"/>
          </ac:spMkLst>
        </pc:spChg>
        <pc:spChg chg="mod">
          <ac:chgData name="Zhao, Zishuo" userId="7649741a-9cfe-4c93-b2a6-033691301ee6" providerId="ADAL" clId="{69B7B184-8606-47A9-B720-224CFFDE9626}" dt="2025-11-18T20:16:30.893" v="3928" actId="27636"/>
          <ac:spMkLst>
            <pc:docMk/>
            <pc:sldMk cId="1207642369" sldId="300"/>
            <ac:spMk id="3" creationId="{BF5C41CC-BDFB-C42B-B3CA-9C8E46500A6B}"/>
          </ac:spMkLst>
        </pc:spChg>
      </pc:sldChg>
      <pc:sldChg chg="del">
        <pc:chgData name="Zhao, Zishuo" userId="7649741a-9cfe-4c93-b2a6-033691301ee6" providerId="ADAL" clId="{69B7B184-8606-47A9-B720-224CFFDE9626}" dt="2025-11-17T18:53:54.041" v="4" actId="47"/>
        <pc:sldMkLst>
          <pc:docMk/>
          <pc:sldMk cId="2849037460" sldId="301"/>
        </pc:sldMkLst>
      </pc:sldChg>
      <pc:sldChg chg="modSp modAnim">
        <pc:chgData name="Zhao, Zishuo" userId="7649741a-9cfe-4c93-b2a6-033691301ee6" providerId="ADAL" clId="{69B7B184-8606-47A9-B720-224CFFDE9626}" dt="2025-11-17T19:35:53.649" v="1744" actId="20577"/>
        <pc:sldMkLst>
          <pc:docMk/>
          <pc:sldMk cId="196649498" sldId="302"/>
        </pc:sldMkLst>
        <pc:spChg chg="mod">
          <ac:chgData name="Zhao, Zishuo" userId="7649741a-9cfe-4c93-b2a6-033691301ee6" providerId="ADAL" clId="{69B7B184-8606-47A9-B720-224CFFDE9626}" dt="2025-11-17T19:35:53.649" v="1744" actId="20577"/>
          <ac:spMkLst>
            <pc:docMk/>
            <pc:sldMk cId="196649498" sldId="302"/>
            <ac:spMk id="3" creationId="{3D5FEC4E-7DC6-2C49-F9F3-1C702ADC495F}"/>
          </ac:spMkLst>
        </pc:spChg>
      </pc:sldChg>
      <pc:sldChg chg="modSp del">
        <pc:chgData name="Zhao, Zishuo" userId="7649741a-9cfe-4c93-b2a6-033691301ee6" providerId="ADAL" clId="{69B7B184-8606-47A9-B720-224CFFDE9626}" dt="2025-11-17T19:48:08.827" v="2306" actId="47"/>
        <pc:sldMkLst>
          <pc:docMk/>
          <pc:sldMk cId="1786284411" sldId="303"/>
        </pc:sldMkLst>
        <pc:spChg chg="mod">
          <ac:chgData name="Zhao, Zishuo" userId="7649741a-9cfe-4c93-b2a6-033691301ee6" providerId="ADAL" clId="{69B7B184-8606-47A9-B720-224CFFDE9626}" dt="2025-11-17T19:34:43.399" v="1732" actId="20577"/>
          <ac:spMkLst>
            <pc:docMk/>
            <pc:sldMk cId="1786284411" sldId="303"/>
            <ac:spMk id="3" creationId="{A3094443-D0E1-3867-2712-EC2AA92B8E4E}"/>
          </ac:spMkLst>
        </pc:spChg>
      </pc:sldChg>
      <pc:sldChg chg="modSp del modAnim">
        <pc:chgData name="Zhao, Zishuo" userId="7649741a-9cfe-4c93-b2a6-033691301ee6" providerId="ADAL" clId="{69B7B184-8606-47A9-B720-224CFFDE9626}" dt="2025-11-18T19:03:41.383" v="2308" actId="47"/>
        <pc:sldMkLst>
          <pc:docMk/>
          <pc:sldMk cId="3844327755" sldId="304"/>
        </pc:sldMkLst>
        <pc:spChg chg="mod">
          <ac:chgData name="Zhao, Zishuo" userId="7649741a-9cfe-4c93-b2a6-033691301ee6" providerId="ADAL" clId="{69B7B184-8606-47A9-B720-224CFFDE9626}" dt="2025-11-17T19:05:35.512" v="451" actId="20577"/>
          <ac:spMkLst>
            <pc:docMk/>
            <pc:sldMk cId="3844327755" sldId="304"/>
            <ac:spMk id="3" creationId="{96611BA0-F336-0012-B528-5A771CDEB995}"/>
          </ac:spMkLst>
        </pc:spChg>
      </pc:sldChg>
      <pc:sldChg chg="del">
        <pc:chgData name="Zhao, Zishuo" userId="7649741a-9cfe-4c93-b2a6-033691301ee6" providerId="ADAL" clId="{69B7B184-8606-47A9-B720-224CFFDE9626}" dt="2025-11-17T18:58:20.124" v="43" actId="47"/>
        <pc:sldMkLst>
          <pc:docMk/>
          <pc:sldMk cId="59533699" sldId="305"/>
        </pc:sldMkLst>
      </pc:sldChg>
      <pc:sldChg chg="del">
        <pc:chgData name="Zhao, Zishuo" userId="7649741a-9cfe-4c93-b2a6-033691301ee6" providerId="ADAL" clId="{69B7B184-8606-47A9-B720-224CFFDE9626}" dt="2025-11-17T18:56:41.890" v="12" actId="47"/>
        <pc:sldMkLst>
          <pc:docMk/>
          <pc:sldMk cId="1236571055" sldId="306"/>
        </pc:sldMkLst>
      </pc:sldChg>
      <pc:sldChg chg="del">
        <pc:chgData name="Zhao, Zishuo" userId="7649741a-9cfe-4c93-b2a6-033691301ee6" providerId="ADAL" clId="{69B7B184-8606-47A9-B720-224CFFDE9626}" dt="2025-11-17T18:56:41.346" v="11" actId="47"/>
        <pc:sldMkLst>
          <pc:docMk/>
          <pc:sldMk cId="456101251" sldId="307"/>
        </pc:sldMkLst>
      </pc:sldChg>
      <pc:sldChg chg="add del">
        <pc:chgData name="Zhao, Zishuo" userId="7649741a-9cfe-4c93-b2a6-033691301ee6" providerId="ADAL" clId="{69B7B184-8606-47A9-B720-224CFFDE9626}" dt="2025-11-17T19:23:05.905" v="1072" actId="47"/>
        <pc:sldMkLst>
          <pc:docMk/>
          <pc:sldMk cId="564150715" sldId="367"/>
        </pc:sldMkLst>
      </pc:sldChg>
      <pc:sldChg chg="modSp add del">
        <pc:chgData name="Zhao, Zishuo" userId="7649741a-9cfe-4c93-b2a6-033691301ee6" providerId="ADAL" clId="{69B7B184-8606-47A9-B720-224CFFDE9626}" dt="2025-11-18T19:03:40.937" v="2307" actId="47"/>
        <pc:sldMkLst>
          <pc:docMk/>
          <pc:sldMk cId="498502591" sldId="386"/>
        </pc:sldMkLst>
        <pc:spChg chg="mod">
          <ac:chgData name="Zhao, Zishuo" userId="7649741a-9cfe-4c93-b2a6-033691301ee6" providerId="ADAL" clId="{69B7B184-8606-47A9-B720-224CFFDE9626}" dt="2025-11-17T19:05:51.778" v="483" actId="20577"/>
          <ac:spMkLst>
            <pc:docMk/>
            <pc:sldMk cId="498502591" sldId="386"/>
            <ac:spMk id="3" creationId="{C99D5A18-4DDE-67CB-62B5-E269FB68F792}"/>
          </ac:spMkLst>
        </pc:spChg>
      </pc:sldChg>
      <pc:sldChg chg="modSp add modAnim">
        <pc:chgData name="Zhao, Zishuo" userId="7649741a-9cfe-4c93-b2a6-033691301ee6" providerId="ADAL" clId="{69B7B184-8606-47A9-B720-224CFFDE9626}" dt="2025-11-18T19:54:54.961" v="3266" actId="114"/>
        <pc:sldMkLst>
          <pc:docMk/>
          <pc:sldMk cId="855478576" sldId="387"/>
        </pc:sldMkLst>
        <pc:spChg chg="mod">
          <ac:chgData name="Zhao, Zishuo" userId="7649741a-9cfe-4c93-b2a6-033691301ee6" providerId="ADAL" clId="{69B7B184-8606-47A9-B720-224CFFDE9626}" dt="2025-11-18T19:54:54.961" v="3266" actId="114"/>
          <ac:spMkLst>
            <pc:docMk/>
            <pc:sldMk cId="855478576" sldId="387"/>
            <ac:spMk id="3" creationId="{5C5BA8EA-D757-3E02-CAE2-774BB5DDEF35}"/>
          </ac:spMkLst>
        </pc:spChg>
      </pc:sldChg>
      <pc:sldChg chg="modSp add mod modAnim">
        <pc:chgData name="Zhao, Zishuo" userId="7649741a-9cfe-4c93-b2a6-033691301ee6" providerId="ADAL" clId="{69B7B184-8606-47A9-B720-224CFFDE9626}" dt="2025-11-18T19:54:21.169" v="3263" actId="207"/>
        <pc:sldMkLst>
          <pc:docMk/>
          <pc:sldMk cId="3647790827" sldId="388"/>
        </pc:sldMkLst>
        <pc:spChg chg="mod">
          <ac:chgData name="Zhao, Zishuo" userId="7649741a-9cfe-4c93-b2a6-033691301ee6" providerId="ADAL" clId="{69B7B184-8606-47A9-B720-224CFFDE9626}" dt="2025-11-18T19:54:21.169" v="3263" actId="207"/>
          <ac:spMkLst>
            <pc:docMk/>
            <pc:sldMk cId="3647790827" sldId="388"/>
            <ac:spMk id="3" creationId="{000BDC49-7F2C-9F0C-A2E2-2CEF566C3E48}"/>
          </ac:spMkLst>
        </pc:spChg>
      </pc:sldChg>
      <pc:sldChg chg="add del">
        <pc:chgData name="Zhao, Zishuo" userId="7649741a-9cfe-4c93-b2a6-033691301ee6" providerId="ADAL" clId="{69B7B184-8606-47A9-B720-224CFFDE9626}" dt="2025-11-17T19:08:36.333" v="493" actId="47"/>
        <pc:sldMkLst>
          <pc:docMk/>
          <pc:sldMk cId="743334972" sldId="389"/>
        </pc:sldMkLst>
      </pc:sldChg>
      <pc:sldChg chg="add">
        <pc:chgData name="Zhao, Zishuo" userId="7649741a-9cfe-4c93-b2a6-033691301ee6" providerId="ADAL" clId="{69B7B184-8606-47A9-B720-224CFFDE9626}" dt="2025-11-17T18:56:05.169" v="10"/>
        <pc:sldMkLst>
          <pc:docMk/>
          <pc:sldMk cId="1130469409" sldId="390"/>
        </pc:sldMkLst>
      </pc:sldChg>
      <pc:sldChg chg="add del">
        <pc:chgData name="Zhao, Zishuo" userId="7649741a-9cfe-4c93-b2a6-033691301ee6" providerId="ADAL" clId="{69B7B184-8606-47A9-B720-224CFFDE9626}" dt="2025-11-17T18:55:47.560" v="9"/>
        <pc:sldMkLst>
          <pc:docMk/>
          <pc:sldMk cId="2434465711" sldId="390"/>
        </pc:sldMkLst>
      </pc:sldChg>
      <pc:sldChg chg="modSp add modAnim">
        <pc:chgData name="Zhao, Zishuo" userId="7649741a-9cfe-4c93-b2a6-033691301ee6" providerId="ADAL" clId="{69B7B184-8606-47A9-B720-224CFFDE9626}" dt="2025-11-18T20:22:32.818" v="4088" actId="207"/>
        <pc:sldMkLst>
          <pc:docMk/>
          <pc:sldMk cId="446982145" sldId="391"/>
        </pc:sldMkLst>
        <pc:spChg chg="mod">
          <ac:chgData name="Zhao, Zishuo" userId="7649741a-9cfe-4c93-b2a6-033691301ee6" providerId="ADAL" clId="{69B7B184-8606-47A9-B720-224CFFDE9626}" dt="2025-11-18T20:22:32.818" v="4088" actId="207"/>
          <ac:spMkLst>
            <pc:docMk/>
            <pc:sldMk cId="446982145" sldId="391"/>
            <ac:spMk id="3" creationId="{6E357F73-3242-864A-037E-CD351DB1A572}"/>
          </ac:spMkLst>
        </pc:spChg>
      </pc:sldChg>
      <pc:sldChg chg="add del">
        <pc:chgData name="Zhao, Zishuo" userId="7649741a-9cfe-4c93-b2a6-033691301ee6" providerId="ADAL" clId="{69B7B184-8606-47A9-B720-224CFFDE9626}" dt="2025-11-17T18:55:47.560" v="9"/>
        <pc:sldMkLst>
          <pc:docMk/>
          <pc:sldMk cId="4230768115" sldId="391"/>
        </pc:sldMkLst>
      </pc:sldChg>
      <pc:sldChg chg="add">
        <pc:chgData name="Zhao, Zishuo" userId="7649741a-9cfe-4c93-b2a6-033691301ee6" providerId="ADAL" clId="{69B7B184-8606-47A9-B720-224CFFDE9626}" dt="2025-11-17T18:56:05.169" v="10"/>
        <pc:sldMkLst>
          <pc:docMk/>
          <pc:sldMk cId="1223580860" sldId="392"/>
        </pc:sldMkLst>
      </pc:sldChg>
      <pc:sldChg chg="add del">
        <pc:chgData name="Zhao, Zishuo" userId="7649741a-9cfe-4c93-b2a6-033691301ee6" providerId="ADAL" clId="{69B7B184-8606-47A9-B720-224CFFDE9626}" dt="2025-11-17T18:55:47.560" v="9"/>
        <pc:sldMkLst>
          <pc:docMk/>
          <pc:sldMk cId="1609796932" sldId="392"/>
        </pc:sldMkLst>
      </pc:sldChg>
      <pc:sldChg chg="modSp new mod modAnim">
        <pc:chgData name="Zhao, Zishuo" userId="7649741a-9cfe-4c93-b2a6-033691301ee6" providerId="ADAL" clId="{69B7B184-8606-47A9-B720-224CFFDE9626}" dt="2025-11-17T19:38:22.476" v="1924" actId="20577"/>
        <pc:sldMkLst>
          <pc:docMk/>
          <pc:sldMk cId="1316143320" sldId="393"/>
        </pc:sldMkLst>
        <pc:spChg chg="mod">
          <ac:chgData name="Zhao, Zishuo" userId="7649741a-9cfe-4c93-b2a6-033691301ee6" providerId="ADAL" clId="{69B7B184-8606-47A9-B720-224CFFDE9626}" dt="2025-11-17T19:00:58.960" v="108"/>
          <ac:spMkLst>
            <pc:docMk/>
            <pc:sldMk cId="1316143320" sldId="393"/>
            <ac:spMk id="2" creationId="{CA1C4D53-8546-F943-DF8E-23ABDB065C46}"/>
          </ac:spMkLst>
        </pc:spChg>
        <pc:spChg chg="mod">
          <ac:chgData name="Zhao, Zishuo" userId="7649741a-9cfe-4c93-b2a6-033691301ee6" providerId="ADAL" clId="{69B7B184-8606-47A9-B720-224CFFDE9626}" dt="2025-11-17T19:38:22.476" v="1924" actId="20577"/>
          <ac:spMkLst>
            <pc:docMk/>
            <pc:sldMk cId="1316143320" sldId="393"/>
            <ac:spMk id="3" creationId="{BE7083CA-58AD-D85C-700C-9A13D564D077}"/>
          </ac:spMkLst>
        </pc:spChg>
      </pc:sldChg>
      <pc:sldChg chg="add del">
        <pc:chgData name="Zhao, Zishuo" userId="7649741a-9cfe-4c93-b2a6-033691301ee6" providerId="ADAL" clId="{69B7B184-8606-47A9-B720-224CFFDE9626}" dt="2025-11-17T18:55:47.560" v="9"/>
        <pc:sldMkLst>
          <pc:docMk/>
          <pc:sldMk cId="4243325724" sldId="393"/>
        </pc:sldMkLst>
      </pc:sldChg>
      <pc:sldChg chg="add del">
        <pc:chgData name="Zhao, Zishuo" userId="7649741a-9cfe-4c93-b2a6-033691301ee6" providerId="ADAL" clId="{69B7B184-8606-47A9-B720-224CFFDE9626}" dt="2025-11-17T18:55:47.560" v="9"/>
        <pc:sldMkLst>
          <pc:docMk/>
          <pc:sldMk cId="1130469409" sldId="394"/>
        </pc:sldMkLst>
      </pc:sldChg>
      <pc:sldChg chg="modSp new mod modAnim">
        <pc:chgData name="Zhao, Zishuo" userId="7649741a-9cfe-4c93-b2a6-033691301ee6" providerId="ADAL" clId="{69B7B184-8606-47A9-B720-224CFFDE9626}" dt="2025-11-17T19:37:49.862" v="1881" actId="20577"/>
        <pc:sldMkLst>
          <pc:docMk/>
          <pc:sldMk cId="3069758607" sldId="394"/>
        </pc:sldMkLst>
        <pc:spChg chg="mod">
          <ac:chgData name="Zhao, Zishuo" userId="7649741a-9cfe-4c93-b2a6-033691301ee6" providerId="ADAL" clId="{69B7B184-8606-47A9-B720-224CFFDE9626}" dt="2025-11-17T19:20:36.834" v="923" actId="255"/>
          <ac:spMkLst>
            <pc:docMk/>
            <pc:sldMk cId="3069758607" sldId="394"/>
            <ac:spMk id="2" creationId="{3DC7B829-71E1-FB65-3DE4-50D1ECC60A80}"/>
          </ac:spMkLst>
        </pc:spChg>
        <pc:spChg chg="mod">
          <ac:chgData name="Zhao, Zishuo" userId="7649741a-9cfe-4c93-b2a6-033691301ee6" providerId="ADAL" clId="{69B7B184-8606-47A9-B720-224CFFDE9626}" dt="2025-11-17T19:37:49.862" v="1881" actId="20577"/>
          <ac:spMkLst>
            <pc:docMk/>
            <pc:sldMk cId="3069758607" sldId="394"/>
            <ac:spMk id="3" creationId="{A629B27A-6970-100F-C665-7167DDDC9C7F}"/>
          </ac:spMkLst>
        </pc:spChg>
      </pc:sldChg>
      <pc:sldChg chg="add del">
        <pc:chgData name="Zhao, Zishuo" userId="7649741a-9cfe-4c93-b2a6-033691301ee6" providerId="ADAL" clId="{69B7B184-8606-47A9-B720-224CFFDE9626}" dt="2025-11-17T18:55:47.560" v="9"/>
        <pc:sldMkLst>
          <pc:docMk/>
          <pc:sldMk cId="446982145" sldId="395"/>
        </pc:sldMkLst>
      </pc:sldChg>
      <pc:sldChg chg="modSp new mod modAnim">
        <pc:chgData name="Zhao, Zishuo" userId="7649741a-9cfe-4c93-b2a6-033691301ee6" providerId="ADAL" clId="{69B7B184-8606-47A9-B720-224CFFDE9626}" dt="2025-11-18T19:56:05.275" v="3267" actId="207"/>
        <pc:sldMkLst>
          <pc:docMk/>
          <pc:sldMk cId="2739800168" sldId="395"/>
        </pc:sldMkLst>
        <pc:spChg chg="mod">
          <ac:chgData name="Zhao, Zishuo" userId="7649741a-9cfe-4c93-b2a6-033691301ee6" providerId="ADAL" clId="{69B7B184-8606-47A9-B720-224CFFDE9626}" dt="2025-11-17T19:25:19.530" v="1113" actId="20577"/>
          <ac:spMkLst>
            <pc:docMk/>
            <pc:sldMk cId="2739800168" sldId="395"/>
            <ac:spMk id="2" creationId="{68BF3749-6B17-E36D-548D-AB4FC389605D}"/>
          </ac:spMkLst>
        </pc:spChg>
        <pc:spChg chg="mod">
          <ac:chgData name="Zhao, Zishuo" userId="7649741a-9cfe-4c93-b2a6-033691301ee6" providerId="ADAL" clId="{69B7B184-8606-47A9-B720-224CFFDE9626}" dt="2025-11-18T19:56:05.275" v="3267" actId="207"/>
          <ac:spMkLst>
            <pc:docMk/>
            <pc:sldMk cId="2739800168" sldId="395"/>
            <ac:spMk id="3" creationId="{A542D489-D0EE-C1B9-B21E-05D70624F43F}"/>
          </ac:spMkLst>
        </pc:spChg>
      </pc:sldChg>
      <pc:sldChg chg="modSp new modAnim">
        <pc:chgData name="Zhao, Zishuo" userId="7649741a-9cfe-4c93-b2a6-033691301ee6" providerId="ADAL" clId="{69B7B184-8606-47A9-B720-224CFFDE9626}" dt="2025-11-18T19:54:35.770" v="3265" actId="113"/>
        <pc:sldMkLst>
          <pc:docMk/>
          <pc:sldMk cId="88622745" sldId="396"/>
        </pc:sldMkLst>
        <pc:spChg chg="mod">
          <ac:chgData name="Zhao, Zishuo" userId="7649741a-9cfe-4c93-b2a6-033691301ee6" providerId="ADAL" clId="{69B7B184-8606-47A9-B720-224CFFDE9626}" dt="2025-11-17T19:44:06.321" v="2066"/>
          <ac:spMkLst>
            <pc:docMk/>
            <pc:sldMk cId="88622745" sldId="396"/>
            <ac:spMk id="2" creationId="{F8DCE296-7617-AF14-A5A6-CA687736F4D6}"/>
          </ac:spMkLst>
        </pc:spChg>
        <pc:spChg chg="mod">
          <ac:chgData name="Zhao, Zishuo" userId="7649741a-9cfe-4c93-b2a6-033691301ee6" providerId="ADAL" clId="{69B7B184-8606-47A9-B720-224CFFDE9626}" dt="2025-11-18T19:54:35.770" v="3265" actId="113"/>
          <ac:spMkLst>
            <pc:docMk/>
            <pc:sldMk cId="88622745" sldId="396"/>
            <ac:spMk id="3" creationId="{92176EA3-A552-78BA-2B7A-E64160B15A9D}"/>
          </ac:spMkLst>
        </pc:spChg>
      </pc:sldChg>
      <pc:sldChg chg="add del">
        <pc:chgData name="Zhao, Zishuo" userId="7649741a-9cfe-4c93-b2a6-033691301ee6" providerId="ADAL" clId="{69B7B184-8606-47A9-B720-224CFFDE9626}" dt="2025-11-17T18:55:47.560" v="9"/>
        <pc:sldMkLst>
          <pc:docMk/>
          <pc:sldMk cId="1223580860" sldId="396"/>
        </pc:sldMkLst>
      </pc:sldChg>
      <pc:sldChg chg="addSp delSp modSp new mod setBg modAnim">
        <pc:chgData name="Zhao, Zishuo" userId="7649741a-9cfe-4c93-b2a6-033691301ee6" providerId="ADAL" clId="{69B7B184-8606-47A9-B720-224CFFDE9626}" dt="2025-11-18T19:38:02.038" v="2645" actId="1076"/>
        <pc:sldMkLst>
          <pc:docMk/>
          <pc:sldMk cId="2238600012" sldId="397"/>
        </pc:sldMkLst>
        <pc:spChg chg="mod">
          <ac:chgData name="Zhao, Zishuo" userId="7649741a-9cfe-4c93-b2a6-033691301ee6" providerId="ADAL" clId="{69B7B184-8606-47A9-B720-224CFFDE9626}" dt="2025-11-18T19:34:44.288" v="2624" actId="20577"/>
          <ac:spMkLst>
            <pc:docMk/>
            <pc:sldMk cId="2238600012" sldId="397"/>
            <ac:spMk id="2" creationId="{61570876-EEEB-6335-0F12-9E71F1D335A7}"/>
          </ac:spMkLst>
        </pc:spChg>
        <pc:spChg chg="mod">
          <ac:chgData name="Zhao, Zishuo" userId="7649741a-9cfe-4c93-b2a6-033691301ee6" providerId="ADAL" clId="{69B7B184-8606-47A9-B720-224CFFDE9626}" dt="2025-11-18T19:21:00.031" v="2537" actId="20577"/>
          <ac:spMkLst>
            <pc:docMk/>
            <pc:sldMk cId="2238600012" sldId="397"/>
            <ac:spMk id="3" creationId="{B45CEE44-44E1-7FA0-E864-6AF284ACBA95}"/>
          </ac:spMkLst>
        </pc:spChg>
        <pc:spChg chg="mod ord">
          <ac:chgData name="Zhao, Zishuo" userId="7649741a-9cfe-4c93-b2a6-033691301ee6" providerId="ADAL" clId="{69B7B184-8606-47A9-B720-224CFFDE9626}" dt="2025-11-18T19:17:54.003" v="2464" actId="26606"/>
          <ac:spMkLst>
            <pc:docMk/>
            <pc:sldMk cId="2238600012" sldId="397"/>
            <ac:spMk id="4" creationId="{EE922D44-42D8-FFCB-58C9-85A63AEBCE3A}"/>
          </ac:spMkLst>
        </pc:spChg>
        <pc:spChg chg="add mod">
          <ac:chgData name="Zhao, Zishuo" userId="7649741a-9cfe-4c93-b2a6-033691301ee6" providerId="ADAL" clId="{69B7B184-8606-47A9-B720-224CFFDE9626}" dt="2025-11-18T19:22:59.193" v="2551" actId="1076"/>
          <ac:spMkLst>
            <pc:docMk/>
            <pc:sldMk cId="2238600012" sldId="397"/>
            <ac:spMk id="5" creationId="{F5586808-97FF-943A-518B-511A7DFCC5AD}"/>
          </ac:spMkLst>
        </pc:spChg>
        <pc:spChg chg="add mod">
          <ac:chgData name="Zhao, Zishuo" userId="7649741a-9cfe-4c93-b2a6-033691301ee6" providerId="ADAL" clId="{69B7B184-8606-47A9-B720-224CFFDE9626}" dt="2025-11-18T19:26:47.911" v="2587" actId="1076"/>
          <ac:spMkLst>
            <pc:docMk/>
            <pc:sldMk cId="2238600012" sldId="397"/>
            <ac:spMk id="6" creationId="{2152C6FF-ABCF-56AC-FA73-2577B23F7E7F}"/>
          </ac:spMkLst>
        </pc:spChg>
        <pc:spChg chg="add mod">
          <ac:chgData name="Zhao, Zishuo" userId="7649741a-9cfe-4c93-b2a6-033691301ee6" providerId="ADAL" clId="{69B7B184-8606-47A9-B720-224CFFDE9626}" dt="2025-11-18T19:26:57.965" v="2589" actId="1076"/>
          <ac:spMkLst>
            <pc:docMk/>
            <pc:sldMk cId="2238600012" sldId="397"/>
            <ac:spMk id="7" creationId="{BF893E59-482C-5BF0-9253-57849AF68F3F}"/>
          </ac:spMkLst>
        </pc:spChg>
        <pc:spChg chg="add mod">
          <ac:chgData name="Zhao, Zishuo" userId="7649741a-9cfe-4c93-b2a6-033691301ee6" providerId="ADAL" clId="{69B7B184-8606-47A9-B720-224CFFDE9626}" dt="2025-11-18T19:38:02.038" v="2645" actId="1076"/>
          <ac:spMkLst>
            <pc:docMk/>
            <pc:sldMk cId="2238600012" sldId="397"/>
            <ac:spMk id="12" creationId="{6C401C36-A112-8C2B-2983-BA49DCBBBB85}"/>
          </ac:spMkLst>
        </pc:spChg>
        <pc:spChg chg="add del">
          <ac:chgData name="Zhao, Zishuo" userId="7649741a-9cfe-4c93-b2a6-033691301ee6" providerId="ADAL" clId="{69B7B184-8606-47A9-B720-224CFFDE9626}" dt="2025-11-18T19:17:54.003" v="2464" actId="26606"/>
          <ac:spMkLst>
            <pc:docMk/>
            <pc:sldMk cId="2238600012" sldId="397"/>
            <ac:spMk id="1031" creationId="{131BAD53-4E89-4F62-BBB7-26359763ED39}"/>
          </ac:spMkLst>
        </pc:spChg>
        <pc:spChg chg="add del">
          <ac:chgData name="Zhao, Zishuo" userId="7649741a-9cfe-4c93-b2a6-033691301ee6" providerId="ADAL" clId="{69B7B184-8606-47A9-B720-224CFFDE9626}" dt="2025-11-18T19:17:54.003" v="2464" actId="26606"/>
          <ac:spMkLst>
            <pc:docMk/>
            <pc:sldMk cId="2238600012" sldId="397"/>
            <ac:spMk id="1033" creationId="{62756DA2-40EB-4C6F-B962-5822FFB54FB6}"/>
          </ac:spMkLst>
        </pc:spChg>
        <pc:picChg chg="add mod">
          <ac:chgData name="Zhao, Zishuo" userId="7649741a-9cfe-4c93-b2a6-033691301ee6" providerId="ADAL" clId="{69B7B184-8606-47A9-B720-224CFFDE9626}" dt="2025-11-18T19:32:48.721" v="2605" actId="1076"/>
          <ac:picMkLst>
            <pc:docMk/>
            <pc:sldMk cId="2238600012" sldId="397"/>
            <ac:picMk id="9" creationId="{BAF1C81C-0127-671A-57B1-E7D95861326C}"/>
          </ac:picMkLst>
        </pc:picChg>
        <pc:picChg chg="add del">
          <ac:chgData name="Zhao, Zishuo" userId="7649741a-9cfe-4c93-b2a6-033691301ee6" providerId="ADAL" clId="{69B7B184-8606-47A9-B720-224CFFDE9626}" dt="2025-11-18T19:37:40.729" v="2626" actId="478"/>
          <ac:picMkLst>
            <pc:docMk/>
            <pc:sldMk cId="2238600012" sldId="397"/>
            <ac:picMk id="11" creationId="{5B0DA39B-C8D2-EA3A-3F83-5222B63DC0AE}"/>
          </ac:picMkLst>
        </pc:picChg>
        <pc:picChg chg="add mod">
          <ac:chgData name="Zhao, Zishuo" userId="7649741a-9cfe-4c93-b2a6-033691301ee6" providerId="ADAL" clId="{69B7B184-8606-47A9-B720-224CFFDE9626}" dt="2025-11-18T19:23:41.665" v="2563" actId="14100"/>
          <ac:picMkLst>
            <pc:docMk/>
            <pc:sldMk cId="2238600012" sldId="397"/>
            <ac:picMk id="1026" creationId="{DDBA32B0-BC6F-25B3-8D99-1E9D747EF671}"/>
          </ac:picMkLst>
        </pc:picChg>
        <pc:picChg chg="add mod">
          <ac:chgData name="Zhao, Zishuo" userId="7649741a-9cfe-4c93-b2a6-033691301ee6" providerId="ADAL" clId="{69B7B184-8606-47A9-B720-224CFFDE9626}" dt="2025-11-18T19:26:44.089" v="2586" actId="1076"/>
          <ac:picMkLst>
            <pc:docMk/>
            <pc:sldMk cId="2238600012" sldId="397"/>
            <ac:picMk id="1028" creationId="{7849B9A7-44E9-BB54-C21C-16B5726EC815}"/>
          </ac:picMkLst>
        </pc:picChg>
        <pc:picChg chg="add mod">
          <ac:chgData name="Zhao, Zishuo" userId="7649741a-9cfe-4c93-b2a6-033691301ee6" providerId="ADAL" clId="{69B7B184-8606-47A9-B720-224CFFDE9626}" dt="2025-11-18T19:26:51.774" v="2588" actId="1076"/>
          <ac:picMkLst>
            <pc:docMk/>
            <pc:sldMk cId="2238600012" sldId="397"/>
            <ac:picMk id="1030" creationId="{66123BB7-B775-19D4-5E6E-98F2F619E6FD}"/>
          </ac:picMkLst>
        </pc:picChg>
        <pc:picChg chg="add del mod">
          <ac:chgData name="Zhao, Zishuo" userId="7649741a-9cfe-4c93-b2a6-033691301ee6" providerId="ADAL" clId="{69B7B184-8606-47A9-B720-224CFFDE9626}" dt="2025-11-18T19:26:42.245" v="2585" actId="478"/>
          <ac:picMkLst>
            <pc:docMk/>
            <pc:sldMk cId="2238600012" sldId="397"/>
            <ac:picMk id="1032" creationId="{23BFA531-7714-5A50-A41F-32ACD2B9829C}"/>
          </ac:picMkLst>
        </pc:picChg>
        <pc:picChg chg="add del mod">
          <ac:chgData name="Zhao, Zishuo" userId="7649741a-9cfe-4c93-b2a6-033691301ee6" providerId="ADAL" clId="{69B7B184-8606-47A9-B720-224CFFDE9626}" dt="2025-11-18T19:32:19.620" v="2598" actId="478"/>
          <ac:picMkLst>
            <pc:docMk/>
            <pc:sldMk cId="2238600012" sldId="397"/>
            <ac:picMk id="1034" creationId="{16CFA0B7-E9F7-A163-B308-D03D7AEC725B}"/>
          </ac:picMkLst>
        </pc:picChg>
      </pc:sldChg>
      <pc:sldChg chg="modSp new mod modAnim">
        <pc:chgData name="Zhao, Zishuo" userId="7649741a-9cfe-4c93-b2a6-033691301ee6" providerId="ADAL" clId="{69B7B184-8606-47A9-B720-224CFFDE9626}" dt="2025-11-18T19:52:21.504" v="3180" actId="20577"/>
        <pc:sldMkLst>
          <pc:docMk/>
          <pc:sldMk cId="2429523245" sldId="398"/>
        </pc:sldMkLst>
        <pc:spChg chg="mod">
          <ac:chgData name="Zhao, Zishuo" userId="7649741a-9cfe-4c93-b2a6-033691301ee6" providerId="ADAL" clId="{69B7B184-8606-47A9-B720-224CFFDE9626}" dt="2025-11-18T19:38:44.513" v="2673" actId="20577"/>
          <ac:spMkLst>
            <pc:docMk/>
            <pc:sldMk cId="2429523245" sldId="398"/>
            <ac:spMk id="2" creationId="{B1AAD12E-A6C7-03DF-63AA-72ED63C19AFB}"/>
          </ac:spMkLst>
        </pc:spChg>
        <pc:spChg chg="mod">
          <ac:chgData name="Zhao, Zishuo" userId="7649741a-9cfe-4c93-b2a6-033691301ee6" providerId="ADAL" clId="{69B7B184-8606-47A9-B720-224CFFDE9626}" dt="2025-11-18T19:52:21.504" v="3180" actId="20577"/>
          <ac:spMkLst>
            <pc:docMk/>
            <pc:sldMk cId="2429523245" sldId="398"/>
            <ac:spMk id="3" creationId="{B32B0D26-D4B9-F9D8-BBC5-8EFC64CA4B2E}"/>
          </ac:spMkLst>
        </pc:spChg>
      </pc:sldChg>
      <pc:sldChg chg="modSp new mod modAnim">
        <pc:chgData name="Zhao, Zishuo" userId="7649741a-9cfe-4c93-b2a6-033691301ee6" providerId="ADAL" clId="{69B7B184-8606-47A9-B720-224CFFDE9626}" dt="2025-11-18T20:01:06.053" v="3613" actId="20577"/>
        <pc:sldMkLst>
          <pc:docMk/>
          <pc:sldMk cId="402276259" sldId="399"/>
        </pc:sldMkLst>
        <pc:spChg chg="mod">
          <ac:chgData name="Zhao, Zishuo" userId="7649741a-9cfe-4c93-b2a6-033691301ee6" providerId="ADAL" clId="{69B7B184-8606-47A9-B720-224CFFDE9626}" dt="2025-11-18T19:58:17.189" v="3424" actId="20577"/>
          <ac:spMkLst>
            <pc:docMk/>
            <pc:sldMk cId="402276259" sldId="399"/>
            <ac:spMk id="2" creationId="{38B0B73E-E0DB-3836-94B1-8C0F797AFB94}"/>
          </ac:spMkLst>
        </pc:spChg>
        <pc:spChg chg="mod">
          <ac:chgData name="Zhao, Zishuo" userId="7649741a-9cfe-4c93-b2a6-033691301ee6" providerId="ADAL" clId="{69B7B184-8606-47A9-B720-224CFFDE9626}" dt="2025-11-18T20:01:06.053" v="3613" actId="20577"/>
          <ac:spMkLst>
            <pc:docMk/>
            <pc:sldMk cId="402276259" sldId="399"/>
            <ac:spMk id="3" creationId="{B1D444B6-1A61-C56A-686D-60DF43EC8DB7}"/>
          </ac:spMkLst>
        </pc:spChg>
      </pc:sldChg>
      <pc:sldChg chg="modSp new mod modAnim">
        <pc:chgData name="Zhao, Zishuo" userId="7649741a-9cfe-4c93-b2a6-033691301ee6" providerId="ADAL" clId="{69B7B184-8606-47A9-B720-224CFFDE9626}" dt="2025-11-18T20:11:02.419" v="3841" actId="20577"/>
        <pc:sldMkLst>
          <pc:docMk/>
          <pc:sldMk cId="2414004851" sldId="400"/>
        </pc:sldMkLst>
        <pc:spChg chg="mod">
          <ac:chgData name="Zhao, Zishuo" userId="7649741a-9cfe-4c93-b2a6-033691301ee6" providerId="ADAL" clId="{69B7B184-8606-47A9-B720-224CFFDE9626}" dt="2025-11-18T20:04:29.931" v="3684" actId="20577"/>
          <ac:spMkLst>
            <pc:docMk/>
            <pc:sldMk cId="2414004851" sldId="400"/>
            <ac:spMk id="2" creationId="{7196FC55-8BCD-3084-3727-CE0543A655AE}"/>
          </ac:spMkLst>
        </pc:spChg>
        <pc:spChg chg="mod">
          <ac:chgData name="Zhao, Zishuo" userId="7649741a-9cfe-4c93-b2a6-033691301ee6" providerId="ADAL" clId="{69B7B184-8606-47A9-B720-224CFFDE9626}" dt="2025-11-18T20:11:00.555" v="3840" actId="5793"/>
          <ac:spMkLst>
            <pc:docMk/>
            <pc:sldMk cId="2414004851" sldId="400"/>
            <ac:spMk id="3" creationId="{F3196AD0-1AD0-2BCB-484D-F86A2B34C72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0C97AE-CBEE-4C63-90B4-DB2E669CF3FD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AF37B2-5301-4AE3-882F-0C1F27326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65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F37B2-5301-4AE3-882F-0C1F27326FD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173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F37B2-5301-4AE3-882F-0C1F27326FD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991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F37B2-5301-4AE3-882F-0C1F27326FD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699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F37B2-5301-4AE3-882F-0C1F27326FD7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538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F37B2-5301-4AE3-882F-0C1F27326FD7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07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F37B2-5301-4AE3-882F-0C1F27326FD7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055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9ACFDE-6E38-7D21-41A0-B24B05A88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2B5911-BE9B-DEBC-05ED-DABBB39820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E79867-340C-230A-930C-9D9E7229B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8E66-8E20-4909-863D-8CBB543866FB}" type="datetime1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642BEB-F1E9-D5D0-58EC-0C1DBE697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ABA2EA-CFC4-139B-5FA4-6AA6A0045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067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AFCFD2-02E6-667B-262E-5DC2EB644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5EE2B8-581A-42B0-5F6A-C0DAD2138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1E60B4-1DE4-C589-C41F-01C5C7B69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95016-CAA8-4931-8B4C-B8AFCC421C02}" type="datetime1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1C50CB-88A5-9382-EE1D-E24CE4D35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3A2D6E-3D43-276B-3137-853226D56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898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A66488-E5A6-BF67-83EC-46597E55F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629412-98A4-A382-E9A2-3A6AA5F65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FD4882-5751-AE3D-E97D-334A63199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B4E4A-0897-44FF-87BC-CC246AB65B41}" type="datetime1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36D333-68E9-ACA6-9031-C8FD31BC0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DE050B-3926-0E70-A96E-21BFFD449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265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59C006-B9EC-72EB-4FE9-0AFF34D0A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A39734-5261-D5AB-4163-DAFCDE4B2F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51ABB4-3CAE-D46C-2AEA-6CE939EBE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B3D928-59DD-1EDE-D554-BBD9F4491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00910-B1E2-4E4A-A6ED-C141C2EDA3EB}" type="datetime1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48DE65-16F7-F3C1-1C02-37A06C3F9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68803A-87E3-6A73-0B06-1F043766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162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72B418-9858-D1C6-935A-A30781058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E00FE4-25B3-6F73-8F6B-2E04D3BCF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90286A-1156-66BF-8128-0E97579DE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5DE751-7525-DCEC-6094-2280934A1B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6E5727E-8F98-0D68-CB39-F5631BFBA4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9AD95D6-FCC8-10E7-BE37-80AC7CEF2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04E44-4140-4250-9E71-3063E4EFC94B}" type="datetime1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9E81B02-C759-420E-33CE-278090FB9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A4330C3-7E8E-1440-A4F9-5D2BF0531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539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0A713-9C25-D2C3-D51F-A150AA5E9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AB7CE9-3349-1EC8-482B-F1E0E2D61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19B01-7910-470A-A86C-E5D70DAFC9B3}" type="datetime1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316358-0150-63B9-F731-204BBBA51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A64D5C-CCBF-92E0-EB0D-979DBD2F5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639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1F871C-0F93-7F38-8323-D3A8D92E7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517B-31B3-480B-8AC7-8D9E956B4017}" type="datetime1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B1A36D3-A53F-38A8-E4DE-9A737C27E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5545EB-C74C-6237-E2A4-CAA8BB010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255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54E77-DB4C-5ACE-AB78-1007E234D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1CF16A-CBC5-4B32-FCB3-E92E2A9C2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5B66B1-671D-964D-87D7-0A1FF56F4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25A48E-5B38-2DE0-20FA-D3F2933A4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9A548-182C-4F7B-80B4-CCBE11D5765D}" type="datetime1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471620-2DFD-CC4D-32EF-7BA44BE56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3BB8AB-80FC-0FCA-AE2F-3470E8549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812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A4E0AD-A278-C8CF-800B-766073246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51AD45B-92E9-3652-4717-159BF1BF99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39BD34-1A4A-5F40-F261-DB6F07684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7A3CD7-BE0F-772E-A9B9-3C3C0CF2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DAED2-A67A-4713-9793-8A1CE15D00AE}" type="datetime1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9ADF12-9804-8EE8-12A7-F6A113A1E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01BAE1-0C8C-061D-981B-C7B293D53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460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AD0499-3295-DDAE-4086-15B24BF2C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C1E590-AB95-4BB1-224A-10A4F611B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021AB2-199D-82C4-0F95-7843614DB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F1247-D9C7-4473-82E5-E272D957771B}" type="datetime1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1A5501-73D4-2CB2-F908-169F2BFCF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37F2A0-B84B-EAC7-5FAF-074B82D27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045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9DF9CC2-CAF7-6A2E-DF9B-097FC9321C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CAF1D8-E7CF-7AC8-5DB3-D34EEF0B79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234CD1-F949-32DE-063E-594E27A7D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BCB51-6840-4A81-A03E-618113BF3ECB}" type="datetime1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1988E2-F542-3C77-AE98-65DE02F55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34C025-689D-F059-6876-65A9961FF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570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44F02A8-A77D-7D7E-4127-7A62234F8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D2E0B0-CFE9-3285-3FC6-4C277319E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3465C0-2A9A-DCFA-5828-18A7DA381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BF861-4BD7-477A-A73D-3AFAF5DDED05}" type="datetime1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62FAA1-4C20-DC9A-2E54-8E5E6A7CC3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4A1A24-4E55-FEF5-84AC-AFFF4A902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1815E-600C-4D0C-BAA1-71B03038C3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985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9.13099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39B711-048A-0B84-0FF7-AB286A2EA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118" y="1181167"/>
            <a:ext cx="10785764" cy="2387600"/>
          </a:xfrm>
        </p:spPr>
        <p:txBody>
          <a:bodyPr>
            <a:normAutofit/>
          </a:bodyPr>
          <a:lstStyle/>
          <a:p>
            <a:r>
              <a:rPr lang="en-US" altLang="zh-CN" sz="4000" b="1" dirty="0"/>
              <a:t>Bayesian Mechanism Design for Blockchain Transaction Fee Allocation</a:t>
            </a:r>
            <a:endParaRPr lang="zh-CN" altLang="en-US" sz="4000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E5A8120-1402-52EB-1118-D146F6967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4657" y="4319102"/>
            <a:ext cx="10439399" cy="1655762"/>
          </a:xfrm>
        </p:spPr>
        <p:txBody>
          <a:bodyPr>
            <a:normAutofit/>
          </a:bodyPr>
          <a:lstStyle/>
          <a:p>
            <a:r>
              <a:rPr lang="en-US" altLang="zh-CN" dirty="0"/>
              <a:t>Xi Chen, David </a:t>
            </a:r>
            <a:r>
              <a:rPr lang="en-US" altLang="zh-CN" dirty="0" err="1"/>
              <a:t>Simchi</a:t>
            </a:r>
            <a:r>
              <a:rPr lang="en-US" altLang="zh-CN" dirty="0"/>
              <a:t>-Levi, </a:t>
            </a:r>
            <a:r>
              <a:rPr lang="en-US" altLang="zh-CN" b="1" dirty="0"/>
              <a:t>Zishuo</a:t>
            </a:r>
            <a:r>
              <a:rPr lang="en-US" altLang="zh-CN" dirty="0"/>
              <a:t> </a:t>
            </a:r>
            <a:r>
              <a:rPr lang="en-US" altLang="zh-CN" b="1" dirty="0"/>
              <a:t>Zhao</a:t>
            </a:r>
            <a:r>
              <a:rPr lang="en-US" altLang="zh-CN" dirty="0"/>
              <a:t>, Yuan Zhou</a:t>
            </a:r>
          </a:p>
          <a:p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BB084-93B3-FB84-670B-8B3545F2E05F}"/>
              </a:ext>
            </a:extLst>
          </p:cNvPr>
          <p:cNvSpPr txBox="1"/>
          <p:nvPr/>
        </p:nvSpPr>
        <p:spPr>
          <a:xfrm>
            <a:off x="1293723" y="5981271"/>
            <a:ext cx="7621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Operations Research </a:t>
            </a:r>
            <a:r>
              <a:rPr lang="en-US" dirty="0"/>
              <a:t>(2025), </a:t>
            </a:r>
            <a:r>
              <a:rPr lang="en-US" dirty="0">
                <a:hlinkClick r:id="rId3"/>
              </a:rPr>
              <a:t>https://arxiv.org/abs/2209.13099</a:t>
            </a:r>
            <a:r>
              <a:rPr lang="en-US" dirty="0"/>
              <a:t> </a:t>
            </a:r>
          </a:p>
        </p:txBody>
      </p:sp>
      <p:pic>
        <p:nvPicPr>
          <p:cNvPr id="1026" name="Picture 2" descr="University logo and wordmark">
            <a:extLst>
              <a:ext uri="{FF2B5EF4-FFF2-40B4-BE49-F238E27FC236}">
                <a16:creationId xmlns:a16="http://schemas.microsoft.com/office/drawing/2014/main" id="{F45AE157-3A10-7488-D4F6-4A1519F37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9088" y="196512"/>
            <a:ext cx="4569512" cy="188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801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E6E6CC-5C40-4A5C-333E-221CFA545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/>
              <a:t>Decentralized Platforms: </a:t>
            </a:r>
            <a:r>
              <a:rPr lang="en-US" altLang="zh-CN"/>
              <a:t>Blockchain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ACE96F-2CA7-5F8E-19BD-66F57113C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Blockchain: distributed &amp; growing database</a:t>
            </a:r>
          </a:p>
          <a:p>
            <a:r>
              <a:rPr lang="en-US" altLang="zh-CN" dirty="0"/>
              <a:t>Blocks contain transactions, states are </a:t>
            </a:r>
            <a:r>
              <a:rPr lang="en-US" altLang="zh-CN" dirty="0">
                <a:solidFill>
                  <a:srgbClr val="00B0F0"/>
                </a:solidFill>
              </a:rPr>
              <a:t>implicit </a:t>
            </a:r>
            <a:r>
              <a:rPr lang="en-US" altLang="zh-CN" dirty="0"/>
              <a:t>from history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1DF3A4-BA44-2692-A1D2-D2D101991954}"/>
              </a:ext>
            </a:extLst>
          </p:cNvPr>
          <p:cNvSpPr txBox="1"/>
          <p:nvPr/>
        </p:nvSpPr>
        <p:spPr>
          <a:xfrm>
            <a:off x="7071408" y="3415145"/>
            <a:ext cx="22429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State @ 0x208</a:t>
            </a:r>
          </a:p>
          <a:p>
            <a:r>
              <a:rPr lang="en-US" altLang="zh-CN"/>
              <a:t>Zishuo: 122 </a:t>
            </a:r>
            <a:r>
              <a:rPr lang="en-US" altLang="zh-CN" sz="1400"/>
              <a:t>(139-16-1)</a:t>
            </a:r>
          </a:p>
          <a:p>
            <a:r>
              <a:rPr lang="en-US" altLang="zh-CN"/>
              <a:t>Xi: 115 </a:t>
            </a:r>
            <a:r>
              <a:rPr lang="en-US" altLang="zh-CN" sz="1400"/>
              <a:t>(99+16)</a:t>
            </a:r>
          </a:p>
          <a:p>
            <a:r>
              <a:rPr lang="en-US" altLang="zh-CN"/>
              <a:t>Yuan: 114 </a:t>
            </a:r>
            <a:r>
              <a:rPr lang="en-US" altLang="zh-CN" sz="1400"/>
              <a:t>(108</a:t>
            </a:r>
            <a:r>
              <a:rPr lang="en-US" altLang="zh-CN" sz="1400">
                <a:solidFill>
                  <a:srgbClr val="7030A0"/>
                </a:solidFill>
              </a:rPr>
              <a:t>+5</a:t>
            </a:r>
            <a:r>
              <a:rPr lang="en-US" altLang="zh-CN" sz="1400"/>
              <a:t>+1)</a:t>
            </a:r>
            <a:endParaRPr lang="zh-CN" altLang="en-US" sz="14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1B4DE5-4DAF-804C-7899-C011CC780D01}"/>
              </a:ext>
            </a:extLst>
          </p:cNvPr>
          <p:cNvSpPr txBox="1"/>
          <p:nvPr/>
        </p:nvSpPr>
        <p:spPr>
          <a:xfrm>
            <a:off x="3077325" y="3429000"/>
            <a:ext cx="16177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State @ 0x207</a:t>
            </a:r>
          </a:p>
          <a:p>
            <a:r>
              <a:rPr lang="en-US" altLang="zh-CN"/>
              <a:t>Zishuo: 139 </a:t>
            </a:r>
          </a:p>
          <a:p>
            <a:r>
              <a:rPr lang="en-US" altLang="zh-CN"/>
              <a:t>Xi: 99 </a:t>
            </a:r>
          </a:p>
          <a:p>
            <a:r>
              <a:rPr lang="en-US" altLang="zh-CN"/>
              <a:t>Yuan: 108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E5139E5-6FBC-A3F6-620D-389F72A92C30}"/>
              </a:ext>
            </a:extLst>
          </p:cNvPr>
          <p:cNvSpPr txBox="1"/>
          <p:nvPr/>
        </p:nvSpPr>
        <p:spPr>
          <a:xfrm>
            <a:off x="4593633" y="4693656"/>
            <a:ext cx="210506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/>
              <a:t>Block 0x208</a:t>
            </a:r>
          </a:p>
          <a:p>
            <a:r>
              <a:rPr lang="en-US" altLang="zh-CN" sz="1600"/>
              <a:t>Mined by: Yuan</a:t>
            </a:r>
          </a:p>
          <a:p>
            <a:r>
              <a:rPr lang="en-US" altLang="zh-CN" sz="1600"/>
              <a:t>Transactions:</a:t>
            </a:r>
          </a:p>
          <a:p>
            <a:r>
              <a:rPr lang="en-US" altLang="zh-CN" sz="1600"/>
              <a:t>Zishuo-&gt;Xi 16 (fee: 1)</a:t>
            </a:r>
          </a:p>
          <a:p>
            <a:r>
              <a:rPr lang="en-US" altLang="zh-CN" sz="1600">
                <a:solidFill>
                  <a:srgbClr val="7030A0"/>
                </a:solidFill>
              </a:rPr>
              <a:t>Mining reward: 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E84196-A845-D40C-AFE8-E9C9EF5244AE}"/>
              </a:ext>
            </a:extLst>
          </p:cNvPr>
          <p:cNvSpPr/>
          <p:nvPr/>
        </p:nvSpPr>
        <p:spPr>
          <a:xfrm>
            <a:off x="4593633" y="4721285"/>
            <a:ext cx="2648987" cy="14189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1D76D8-CD56-6DD9-C405-17D3C4D0A423}"/>
              </a:ext>
            </a:extLst>
          </p:cNvPr>
          <p:cNvSpPr txBox="1"/>
          <p:nvPr/>
        </p:nvSpPr>
        <p:spPr>
          <a:xfrm>
            <a:off x="492279" y="4715700"/>
            <a:ext cx="17540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/>
              <a:t>Block 0x207</a:t>
            </a:r>
          </a:p>
          <a:p>
            <a:r>
              <a:rPr lang="en-US" altLang="zh-CN" sz="1600"/>
              <a:t>……</a:t>
            </a:r>
            <a:endParaRPr lang="en-US" altLang="zh-CN" sz="1600">
              <a:solidFill>
                <a:srgbClr val="7030A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BD13459-085C-C95A-DCAE-4F37F1009372}"/>
              </a:ext>
            </a:extLst>
          </p:cNvPr>
          <p:cNvSpPr/>
          <p:nvPr/>
        </p:nvSpPr>
        <p:spPr>
          <a:xfrm>
            <a:off x="492279" y="4743329"/>
            <a:ext cx="2648987" cy="14189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6FE884D-83A1-8E71-0E64-167500286542}"/>
              </a:ext>
            </a:extLst>
          </p:cNvPr>
          <p:cNvSpPr txBox="1"/>
          <p:nvPr/>
        </p:nvSpPr>
        <p:spPr>
          <a:xfrm>
            <a:off x="9021335" y="4715700"/>
            <a:ext cx="17540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/>
              <a:t>Block 0x209</a:t>
            </a:r>
          </a:p>
          <a:p>
            <a:r>
              <a:rPr lang="en-US" altLang="zh-CN" sz="1600"/>
              <a:t>……</a:t>
            </a:r>
            <a:endParaRPr lang="en-US" altLang="zh-CN" sz="1600">
              <a:solidFill>
                <a:srgbClr val="7030A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B5F820-6ADA-D20C-2B5B-89A5B588EC06}"/>
              </a:ext>
            </a:extLst>
          </p:cNvPr>
          <p:cNvSpPr/>
          <p:nvPr/>
        </p:nvSpPr>
        <p:spPr>
          <a:xfrm>
            <a:off x="9021335" y="4743329"/>
            <a:ext cx="2648987" cy="14189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B95F2A06-B288-B113-98EC-33D07B662AEF}"/>
              </a:ext>
            </a:extLst>
          </p:cNvPr>
          <p:cNvSpPr/>
          <p:nvPr/>
        </p:nvSpPr>
        <p:spPr>
          <a:xfrm>
            <a:off x="3352801" y="5349550"/>
            <a:ext cx="1066800" cy="331945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01AB10E6-B142-2501-49E6-FDDF2716CE32}"/>
              </a:ext>
            </a:extLst>
          </p:cNvPr>
          <p:cNvSpPr/>
          <p:nvPr/>
        </p:nvSpPr>
        <p:spPr>
          <a:xfrm>
            <a:off x="7592954" y="5335977"/>
            <a:ext cx="1066800" cy="331945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2908C0B-ACE2-2567-4DDD-24A9D112D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29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9" grpId="0"/>
      <p:bldP spid="10" grpId="0" animBg="1"/>
      <p:bldP spid="11" grpId="0"/>
      <p:bldP spid="12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570876-EEEB-6335-0F12-9E71F1D33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(and why) does a blockchain work?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5CEE44-44E1-7FA0-E864-6AF284ACB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node stores a copy and maintains a </a:t>
            </a:r>
            <a:r>
              <a:rPr lang="en-US" dirty="0">
                <a:solidFill>
                  <a:srgbClr val="0070C0"/>
                </a:solidFill>
              </a:rPr>
              <a:t>consensus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Why decentralized? Wasting space (and computation)?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922D44-42D8-FFCB-58C9-85A63AEBC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3</a:t>
            </a:fld>
            <a:endParaRPr lang="zh-CN" altLang="en-US" dirty="0"/>
          </a:p>
        </p:txBody>
      </p:sp>
      <p:pic>
        <p:nvPicPr>
          <p:cNvPr id="1026" name="Picture 2" descr="AWS Cloud: Zero to Hero. AWS Intro AWS (Amazon Web Services) is… | by  Material Data Science | Dev Genius">
            <a:extLst>
              <a:ext uri="{FF2B5EF4-FFF2-40B4-BE49-F238E27FC236}">
                <a16:creationId xmlns:a16="http://schemas.microsoft.com/office/drawing/2014/main" id="{DDBA32B0-BC6F-25B3-8D99-1E9D747EF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025" y="4015288"/>
            <a:ext cx="2523087" cy="1420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5586808-97FF-943A-518B-511A7DFCC5AD}"/>
              </a:ext>
            </a:extLst>
          </p:cNvPr>
          <p:cNvSpPr txBox="1"/>
          <p:nvPr/>
        </p:nvSpPr>
        <p:spPr>
          <a:xfrm>
            <a:off x="695995" y="5550195"/>
            <a:ext cx="15808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Oct 20, 2025</a:t>
            </a:r>
          </a:p>
        </p:txBody>
      </p:sp>
      <p:pic>
        <p:nvPicPr>
          <p:cNvPr id="1028" name="Picture 4" descr="Microsoft announces new Azure capabilities around cloud-native apps, data  analytics and hybrid cloud operations - SiliconANGLE">
            <a:extLst>
              <a:ext uri="{FF2B5EF4-FFF2-40B4-BE49-F238E27FC236}">
                <a16:creationId xmlns:a16="http://schemas.microsoft.com/office/drawing/2014/main" id="{7849B9A7-44E9-BB54-C21C-16B5726EC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5130" y="4080407"/>
            <a:ext cx="2371323" cy="1355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152C6FF-ABCF-56AC-FA73-2577B23F7E7F}"/>
              </a:ext>
            </a:extLst>
          </p:cNvPr>
          <p:cNvSpPr txBox="1"/>
          <p:nvPr/>
        </p:nvSpPr>
        <p:spPr>
          <a:xfrm>
            <a:off x="3210350" y="5550195"/>
            <a:ext cx="15808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Oct 29, 2025</a:t>
            </a:r>
          </a:p>
        </p:txBody>
      </p:sp>
      <p:pic>
        <p:nvPicPr>
          <p:cNvPr id="1030" name="Picture 6" descr="Six years old and time for an update: CloudFlare becomes Cloudflare">
            <a:extLst>
              <a:ext uri="{FF2B5EF4-FFF2-40B4-BE49-F238E27FC236}">
                <a16:creationId xmlns:a16="http://schemas.microsoft.com/office/drawing/2014/main" id="{66123BB7-B775-19D4-5E6E-98F2F619E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3471" y="4372134"/>
            <a:ext cx="3344218" cy="998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F893E59-482C-5BF0-9253-57849AF68F3F}"/>
              </a:ext>
            </a:extLst>
          </p:cNvPr>
          <p:cNvSpPr txBox="1"/>
          <p:nvPr/>
        </p:nvSpPr>
        <p:spPr>
          <a:xfrm>
            <a:off x="6123079" y="5550195"/>
            <a:ext cx="164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Nov 17, 2025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AF1C81C-0127-671A-57B1-E7D9586132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1604" y="3813342"/>
            <a:ext cx="2851991" cy="173685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C401C36-A112-8C2B-2983-BA49DCBBBB85}"/>
              </a:ext>
            </a:extLst>
          </p:cNvPr>
          <p:cNvSpPr txBox="1"/>
          <p:nvPr/>
        </p:nvSpPr>
        <p:spPr>
          <a:xfrm>
            <a:off x="9326715" y="5550195"/>
            <a:ext cx="20265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Who, and when?</a:t>
            </a:r>
          </a:p>
        </p:txBody>
      </p:sp>
    </p:spTree>
    <p:extLst>
      <p:ext uri="{BB962C8B-B14F-4D97-AF65-F5344CB8AC3E}">
        <p14:creationId xmlns:p14="http://schemas.microsoft.com/office/powerpoint/2010/main" val="2238600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AAD12E-A6C7-03DF-63AA-72ED63C19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the consensus work?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2B0D26-D4B9-F9D8-BBC5-8EFC64CA4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node wants to get access to a block (and Bitcoins)!</a:t>
            </a:r>
          </a:p>
          <a:p>
            <a:endParaRPr lang="en-US" dirty="0"/>
          </a:p>
          <a:p>
            <a:r>
              <a:rPr lang="en-US" sz="2400" dirty="0">
                <a:latin typeface="Consolas" panose="020B0609020204030204" pitchFamily="49" charset="0"/>
              </a:rPr>
              <a:t>Thanks for your interest in mining </a:t>
            </a:r>
            <a:r>
              <a:rPr lang="en-US" sz="2400">
                <a:latin typeface="Consolas" panose="020B0609020204030204" pitchFamily="49" charset="0"/>
              </a:rPr>
              <a:t>the block. 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Unfortunately, due to </a:t>
            </a:r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large demands</a:t>
            </a:r>
            <a:r>
              <a:rPr lang="en-US" sz="2400" dirty="0">
                <a:latin typeface="Consolas" panose="020B0609020204030204" pitchFamily="49" charset="0"/>
              </a:rPr>
              <a:t> on the network and </a:t>
            </a:r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limited positions </a:t>
            </a:r>
            <a:r>
              <a:rPr lang="en-US" sz="2400" dirty="0">
                <a:latin typeface="Consolas" panose="020B0609020204030204" pitchFamily="49" charset="0"/>
              </a:rPr>
              <a:t>we can accommodate, we have to make difficult decisions to move forward with those candidates who…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have earned </a:t>
            </a:r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higher GPA</a:t>
            </a:r>
            <a:r>
              <a:rPr lang="en-US" sz="2400" dirty="0">
                <a:latin typeface="Consolas" panose="020B0609020204030204" pitchFamily="49" charset="0"/>
              </a:rPr>
              <a:t>? Or published </a:t>
            </a:r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more papers</a:t>
            </a:r>
            <a:r>
              <a:rPr lang="en-US" sz="2400" dirty="0">
                <a:latin typeface="Consolas" panose="020B0609020204030204" pitchFamily="49" charset="0"/>
              </a:rPr>
              <a:t>?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dirty="0"/>
              <a:t>Proof-of-Work (PoW): you need to “do something” to win it!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82F08A-2CF9-1B30-FE22-288FEE9E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52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0C57B4-7181-A922-EB08-C3772519A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Consensus</a:t>
            </a:r>
            <a:r>
              <a:rPr lang="en-US" dirty="0"/>
              <a:t> in Bitcoin: Proof-of-Work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05AC93-EDD0-0754-60EC-74AA6ECC1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Bitcoin PoW (“mining”): </a:t>
            </a:r>
            <a:br>
              <a:rPr lang="en-US" dirty="0"/>
            </a:br>
            <a:r>
              <a:rPr lang="en-US" dirty="0"/>
              <a:t>“To access the block, find </a:t>
            </a:r>
            <a:r>
              <a:rPr lang="en-US" i="1" dirty="0"/>
              <a:t>Nonce </a:t>
            </a:r>
            <a:r>
              <a:rPr lang="en-US" i="1" dirty="0" err="1"/>
              <a:t>s.t.</a:t>
            </a:r>
            <a:r>
              <a:rPr lang="en-US" i="1" dirty="0"/>
              <a:t> </a:t>
            </a:r>
            <a:br>
              <a:rPr lang="en-US" i="1" dirty="0"/>
            </a:b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Hash(</a:t>
            </a:r>
            <a:r>
              <a:rPr lang="en-US" i="1" dirty="0">
                <a:solidFill>
                  <a:schemeClr val="accent4">
                    <a:lumMod val="75000"/>
                  </a:schemeClr>
                </a:solidFill>
              </a:rPr>
              <a:t>Data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en-US" i="1" dirty="0" err="1">
                <a:solidFill>
                  <a:schemeClr val="accent4">
                    <a:lumMod val="75000"/>
                  </a:schemeClr>
                </a:solidFill>
              </a:rPr>
              <a:t>Prev_Hash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en-US" i="1" dirty="0">
                <a:solidFill>
                  <a:schemeClr val="accent4">
                    <a:lumMod val="75000"/>
                  </a:schemeClr>
                </a:solidFill>
              </a:rPr>
              <a:t>Nonce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) &lt; </a:t>
            </a:r>
            <a:r>
              <a:rPr lang="en-US" i="1" dirty="0" err="1">
                <a:solidFill>
                  <a:schemeClr val="accent4">
                    <a:lumMod val="75000"/>
                  </a:schemeClr>
                </a:solidFill>
              </a:rPr>
              <a:t>Thres</a:t>
            </a:r>
            <a:r>
              <a:rPr lang="en-US" i="1" dirty="0"/>
              <a:t> </a:t>
            </a:r>
            <a:br>
              <a:rPr lang="en-US" i="1" dirty="0"/>
            </a:br>
            <a:r>
              <a:rPr lang="en-US" dirty="0"/>
              <a:t>before other players!”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66222-8CDD-F978-F522-48A5B5714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DB605-36F8-4880-A1BE-3C72DF21D035}" type="slidenum">
              <a:rPr lang="en-US" smtClean="0"/>
              <a:t>5</a:t>
            </a:fld>
            <a:endParaRPr lang="en-US"/>
          </a:p>
        </p:txBody>
      </p:sp>
      <p:pic>
        <p:nvPicPr>
          <p:cNvPr id="2050" name="Picture 2" descr="Personal safe medium closed view electronic lock of Personal Safe – Medium">
            <a:extLst>
              <a:ext uri="{FF2B5EF4-FFF2-40B4-BE49-F238E27FC236}">
                <a16:creationId xmlns:a16="http://schemas.microsoft.com/office/drawing/2014/main" id="{57668BE9-32A0-55EB-1DE3-92370A4A7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808" y="3063875"/>
            <a:ext cx="3945788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D74A7F0-0A0E-E613-B45F-DF02F49AF3F2}"/>
              </a:ext>
            </a:extLst>
          </p:cNvPr>
          <p:cNvSpPr txBox="1"/>
          <p:nvPr/>
        </p:nvSpPr>
        <p:spPr>
          <a:xfrm>
            <a:off x="2821172" y="4416055"/>
            <a:ext cx="1899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BITCOINS INSIDE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F70A0E9-A4EE-5478-722D-17479196F6C8}"/>
              </a:ext>
            </a:extLst>
          </p:cNvPr>
          <p:cNvSpPr txBox="1"/>
          <p:nvPr/>
        </p:nvSpPr>
        <p:spPr>
          <a:xfrm>
            <a:off x="6075220" y="4001294"/>
            <a:ext cx="47243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Whoever finds a correct password first,</a:t>
            </a:r>
            <a:br>
              <a:rPr lang="en-US" sz="2000" b="1" dirty="0"/>
            </a:br>
            <a:r>
              <a:rPr lang="en-US" sz="2000" b="1" dirty="0"/>
              <a:t>gets the block and Bitcoins!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9CD526-809D-6A4E-DB50-CAB8CABACDF6}"/>
              </a:ext>
            </a:extLst>
          </p:cNvPr>
          <p:cNvSpPr txBox="1"/>
          <p:nvPr/>
        </p:nvSpPr>
        <p:spPr>
          <a:xfrm>
            <a:off x="5778664" y="5150867"/>
            <a:ext cx="5317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Hard to guess a password, but easy to verify it.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DB2559A-8613-C3F9-848E-0CF717F82D98}"/>
              </a:ext>
            </a:extLst>
          </p:cNvPr>
          <p:cNvSpPr txBox="1"/>
          <p:nvPr/>
        </p:nvSpPr>
        <p:spPr>
          <a:xfrm>
            <a:off x="5974229" y="5866547"/>
            <a:ext cx="49263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Everyone (honest) will agree</a:t>
            </a:r>
            <a:r>
              <a:rPr lang="en-US" sz="2000" dirty="0"/>
              <a:t> on the winner.</a:t>
            </a:r>
          </a:p>
        </p:txBody>
      </p:sp>
    </p:spTree>
    <p:extLst>
      <p:ext uri="{BB962C8B-B14F-4D97-AF65-F5344CB8AC3E}">
        <p14:creationId xmlns:p14="http://schemas.microsoft.com/office/powerpoint/2010/main" val="3221677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2C8CF-83B8-A686-4CB0-307182FAB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Incentive Design on Blockchain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C5BA8EA-D757-3E02-CAE2-774BB5DDEF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Hierarchy of blockchains:</a:t>
                </a:r>
              </a:p>
              <a:p>
                <a:pPr marL="0" indent="0" algn="ctr">
                  <a:buNone/>
                </a:pPr>
                <a:r>
                  <a:rPr lang="en-US" b="1" dirty="0">
                    <a:solidFill>
                      <a:schemeClr val="tx1"/>
                    </a:solidFill>
                  </a:rPr>
                  <a:t>Transaction  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   Block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   Chain </a:t>
                </a:r>
              </a:p>
              <a:p>
                <a:pPr marL="0" indent="0">
                  <a:buNone/>
                </a:pPr>
                <a:r>
                  <a:rPr lang="en-US" dirty="0"/>
                  <a:t>Motivation of my research:</a:t>
                </a:r>
              </a:p>
              <a:p>
                <a:r>
                  <a:rPr lang="en-US" dirty="0"/>
                  <a:t>Ensure that both phases are conducted honestly!</a:t>
                </a:r>
              </a:p>
              <a:p>
                <a:r>
                  <a:rPr lang="en-US" dirty="0"/>
                  <a:t>Design incentive (reward/penalty) mechanisms to incentivize rational (selfish) players do so.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0070C0"/>
                    </a:solidFill>
                  </a:rPr>
                  <a:t>MEV (miner extractable value)</a:t>
                </a:r>
                <a:r>
                  <a:rPr lang="en-US" dirty="0"/>
                  <a:t>: if the incentive is not well designed, the miner may “game” the system for unfair advantage.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C5BA8EA-D757-3E02-CAE2-774BB5DDEF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521" b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D8B3A8-B6F8-A24C-63A6-2D140009C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8083-9BB3-4AD8-9FB5-63188B11A2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478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910FD-B53C-366D-3A35-7BA95922F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Transaction Fee Mechanism Design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0BDC49-7F2C-9F0C-A2E2-2CEF566C3E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00FF"/>
                    </a:solidFill>
                  </a:rPr>
                  <a:t>First Phase: Transaction </a:t>
                </a:r>
                <a14:m>
                  <m:oMath xmlns:m="http://schemas.openxmlformats.org/officeDocument/2006/math">
                    <m:r>
                      <a:rPr lang="en-US" b="1" i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1" dirty="0">
                    <a:solidFill>
                      <a:srgbClr val="0000FF"/>
                    </a:solidFill>
                  </a:rPr>
                  <a:t> Block</a:t>
                </a:r>
                <a:endParaRPr lang="en-US" dirty="0">
                  <a:solidFill>
                    <a:srgbClr val="0000FF"/>
                  </a:solidFill>
                </a:endParaRPr>
              </a:p>
              <a:p>
                <a:r>
                  <a:rPr lang="en-US" dirty="0"/>
                  <a:t>Now the miner has successfully guessed the “password”, getting the block.</a:t>
                </a:r>
              </a:p>
              <a:p>
                <a:r>
                  <a:rPr lang="en-US" dirty="0"/>
                  <a:t>He now needs to decide on which “transactions” to include in the block.</a:t>
                </a:r>
              </a:p>
              <a:p>
                <a:r>
                  <a:rPr lang="en-US" dirty="0"/>
                  <a:t>Block size limited, but there can be </a:t>
                </a:r>
                <a:r>
                  <a:rPr lang="en-US" altLang="zh-CN" dirty="0"/>
                  <a:t>many</a:t>
                </a:r>
                <a:r>
                  <a:rPr lang="en-US" dirty="0"/>
                  <a:t> transactions.</a:t>
                </a:r>
              </a:p>
              <a:p>
                <a:endParaRPr lang="en-US" dirty="0"/>
              </a:p>
              <a:p>
                <a:r>
                  <a:rPr lang="en-US" altLang="zh-CN" dirty="0"/>
                  <a:t>To maximize his rewards, the miner may run an 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auction</a:t>
                </a:r>
                <a:r>
                  <a:rPr lang="en-US" altLang="zh-CN" dirty="0"/>
                  <a:t>!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0BDC49-7F2C-9F0C-A2E2-2CEF566C3E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4181D-0E2E-231D-8DBD-810D9ACA5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790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DCE296-7617-AF14-A5A6-CA687736F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Fee Mechanism Design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176EA3-A552-78BA-2B7A-E64160B15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Auction</a:t>
            </a:r>
            <a:r>
              <a:rPr lang="en-US" dirty="0"/>
              <a:t>: users bid, mechanism decides</a:t>
            </a:r>
          </a:p>
          <a:p>
            <a:pPr lvl="1"/>
            <a:r>
              <a:rPr lang="en-US" dirty="0"/>
              <a:t>-- who to confirm</a:t>
            </a:r>
          </a:p>
          <a:p>
            <a:pPr lvl="1"/>
            <a:r>
              <a:rPr lang="en-US" dirty="0"/>
              <a:t>-- how much transaction fee </a:t>
            </a:r>
            <a:r>
              <a:rPr lang="en-US" dirty="0">
                <a:solidFill>
                  <a:srgbClr val="0070C0"/>
                </a:solidFill>
              </a:rPr>
              <a:t>(“gas fee”) </a:t>
            </a:r>
            <a:r>
              <a:rPr lang="en-US" dirty="0"/>
              <a:t>to charge</a:t>
            </a:r>
          </a:p>
          <a:p>
            <a:pPr lvl="1"/>
            <a:r>
              <a:rPr lang="en-US" dirty="0"/>
              <a:t>-- what fraction (or all) of fees are given to the miner</a:t>
            </a:r>
          </a:p>
          <a:p>
            <a:pPr lvl="1"/>
            <a:endParaRPr lang="en-US" dirty="0"/>
          </a:p>
          <a:p>
            <a:r>
              <a:rPr lang="en-US" dirty="0"/>
              <a:t>When “fraction”, some fees are “burnt” and removed from the system.</a:t>
            </a:r>
          </a:p>
          <a:p>
            <a:pPr lvl="1"/>
            <a:r>
              <a:rPr lang="en-US" i="1" dirty="0">
                <a:solidFill>
                  <a:srgbClr val="0000FF"/>
                </a:solidFill>
              </a:rPr>
              <a:t>Why we “burn” transaction fees? </a:t>
            </a:r>
            <a:r>
              <a:rPr lang="en-US" dirty="0"/>
              <a:t>Let’s see!</a:t>
            </a:r>
          </a:p>
          <a:p>
            <a:pPr lvl="1"/>
            <a:endParaRPr lang="en-US" dirty="0"/>
          </a:p>
          <a:p>
            <a:r>
              <a:rPr lang="en-US" b="1" dirty="0"/>
              <a:t>Transaction Fee Mechanism (TFM) </a:t>
            </a:r>
            <a:r>
              <a:rPr lang="en-US" dirty="0"/>
              <a:t>Design</a:t>
            </a:r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9FACAE-334B-E245-EF4A-A1D7445F4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22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A5731-1C82-0A36-18B9-C24A17483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of Transaction Fee Mechanisms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1FC437-FC94-EA4F-CBFD-DA4639AF8A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Allocation rule: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Payment rule: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(payment when confirmed)</a:t>
                </a:r>
              </a:p>
              <a:p>
                <a:r>
                  <a:rPr lang="en-US" dirty="0"/>
                  <a:t>Miner revenue rule: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r>
                  <a:rPr lang="en-US" dirty="0"/>
                  <a:t>A Transaction Fee Mechanism can be modeled as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𝐩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1FC437-FC94-EA4F-CBFD-DA4639AF8A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83444-9A86-7AC9-4D3C-33B0BD025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876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8E234C-D9BB-1382-5F63-E444F767B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TFMs on Existing Blockchains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C4E964-D5B7-B0F2-B38C-41CAF123D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Bitcoin: Multi-slot first-price (pay-as-bid) auction</a:t>
            </a:r>
          </a:p>
          <a:p>
            <a:r>
              <a:rPr lang="en-US"/>
              <a:t>Highest bids included; user pay bids to miner.</a:t>
            </a:r>
          </a:p>
          <a:p>
            <a:r>
              <a:rPr lang="en-US"/>
              <a:t>Not truthful: users tend to bid lower than their </a:t>
            </a:r>
            <a:r>
              <a:rPr lang="en-US" i="1"/>
              <a:t>valuation (willingness-to-pay).</a:t>
            </a:r>
          </a:p>
          <a:p>
            <a:endParaRPr lang="en-US" i="1"/>
          </a:p>
          <a:p>
            <a:pPr marL="0" indent="0">
              <a:buNone/>
            </a:pPr>
            <a:r>
              <a:rPr lang="en-US"/>
              <a:t>Can we use second-price auction as it is truthful?</a:t>
            </a:r>
          </a:p>
          <a:p>
            <a:r>
              <a:rPr lang="en-US"/>
              <a:t>But it is subject to </a:t>
            </a:r>
            <a:r>
              <a:rPr lang="en-US">
                <a:solidFill>
                  <a:srgbClr val="0000FF"/>
                </a:solidFill>
              </a:rPr>
              <a:t>miner-user collusion</a:t>
            </a:r>
            <a:r>
              <a:rPr lang="en-US"/>
              <a:t>…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E6AC56-DD45-5F9E-0AA9-8A247E849952}"/>
              </a:ext>
            </a:extLst>
          </p:cNvPr>
          <p:cNvSpPr txBox="1"/>
          <p:nvPr/>
        </p:nvSpPr>
        <p:spPr>
          <a:xfrm>
            <a:off x="2349909" y="5515896"/>
            <a:ext cx="20329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rgbClr val="0000FF"/>
                </a:solidFill>
              </a:rPr>
              <a:t>10</a:t>
            </a:r>
            <a:r>
              <a:rPr lang="en-US" sz="3200" b="1"/>
              <a:t>   </a:t>
            </a:r>
            <a:r>
              <a:rPr lang="en-US" sz="3200" b="1">
                <a:solidFill>
                  <a:srgbClr val="FF0000"/>
                </a:solidFill>
              </a:rPr>
              <a:t>9</a:t>
            </a:r>
            <a:r>
              <a:rPr lang="en-US" sz="3200" b="1"/>
              <a:t>   8   7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84CFB9E-3EC2-4485-35D2-A0C0425B8F63}"/>
              </a:ext>
            </a:extLst>
          </p:cNvPr>
          <p:cNvSpPr txBox="1"/>
          <p:nvPr/>
        </p:nvSpPr>
        <p:spPr>
          <a:xfrm>
            <a:off x="5894547" y="5515895"/>
            <a:ext cx="2595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rgbClr val="0000FF"/>
                </a:solidFill>
              </a:rPr>
              <a:t>10</a:t>
            </a:r>
            <a:r>
              <a:rPr lang="en-US" sz="3200" b="1"/>
              <a:t>   </a:t>
            </a:r>
            <a:r>
              <a:rPr lang="en-US" sz="3200" b="1">
                <a:solidFill>
                  <a:srgbClr val="FF0000"/>
                </a:solidFill>
              </a:rPr>
              <a:t>9.99</a:t>
            </a:r>
            <a:r>
              <a:rPr lang="en-US" sz="3200" b="1"/>
              <a:t>   8   7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4B7355EF-A936-5182-20B6-F5745B8FCAD8}"/>
              </a:ext>
            </a:extLst>
          </p:cNvPr>
          <p:cNvSpPr/>
          <p:nvPr/>
        </p:nvSpPr>
        <p:spPr>
          <a:xfrm>
            <a:off x="4748981" y="5738165"/>
            <a:ext cx="875071" cy="1402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AF6FF7-5B7F-B18A-1A65-156CF7866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8083-9BB3-4AD8-9FB5-63188B11A2C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6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63ADF-545D-0DBD-F61D-844AD09A7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TFM on Ethereum: EIP-1559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357F73-3242-864A-037E-CD351DB1A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system decides on a “base fee” (via congestion pricing) based on historical data.</a:t>
            </a:r>
          </a:p>
          <a:p>
            <a:r>
              <a:rPr lang="en-US" dirty="0"/>
              <a:t>Users may add a “tip” beside the base fee.</a:t>
            </a:r>
          </a:p>
          <a:p>
            <a:r>
              <a:rPr lang="en-US" dirty="0"/>
              <a:t>The base fee expects to prevent congestion and is </a:t>
            </a:r>
            <a:r>
              <a:rPr lang="en-US" dirty="0">
                <a:solidFill>
                  <a:srgbClr val="FF0000"/>
                </a:solidFill>
              </a:rPr>
              <a:t>burnt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It incorporates </a:t>
            </a:r>
            <a:r>
              <a:rPr lang="en-US" dirty="0">
                <a:solidFill>
                  <a:srgbClr val="FF0000"/>
                </a:solidFill>
              </a:rPr>
              <a:t>“burning”</a:t>
            </a:r>
            <a:r>
              <a:rPr lang="en-US" dirty="0"/>
              <a:t>: relaxing </a:t>
            </a:r>
            <a:r>
              <a:rPr lang="en-US" dirty="0">
                <a:solidFill>
                  <a:srgbClr val="0070C0"/>
                </a:solidFill>
              </a:rPr>
              <a:t>equality</a:t>
            </a:r>
            <a:r>
              <a:rPr lang="en-US" dirty="0"/>
              <a:t> budget constraints to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inequality</a:t>
            </a:r>
            <a:r>
              <a:rPr lang="en-US" dirty="0"/>
              <a:t>, widening decision space. </a:t>
            </a:r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BEDC2A-5801-0648-1095-B9DC9BFFB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8083-9BB3-4AD8-9FB5-63188B11A2C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82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8B7F2F-F294-9655-259F-7CB31741C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Example of EIP-1559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9CCFCD-0CD3-E8BB-6FAB-8A9287F38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/>
              <a:t>Block size 4, base fee 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Can we possibly get more revenue to incentivize mining?</a:t>
            </a:r>
          </a:p>
          <a:p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C7F827-C516-1220-9B4A-C589565ACC95}"/>
              </a:ext>
            </a:extLst>
          </p:cNvPr>
          <p:cNvSpPr txBox="1"/>
          <p:nvPr/>
        </p:nvSpPr>
        <p:spPr>
          <a:xfrm>
            <a:off x="1700980" y="2753033"/>
            <a:ext cx="2245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No Congestion: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F6F92D9-B7E2-218F-2D22-0D1590F559FE}"/>
                  </a:ext>
                </a:extLst>
              </p:cNvPr>
              <p:cNvSpPr txBox="1"/>
              <p:nvPr/>
            </p:nvSpPr>
            <p:spPr>
              <a:xfrm>
                <a:off x="1472070" y="3365044"/>
                <a:ext cx="322876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/>
                  <a:t>Bids: </a:t>
                </a:r>
                <a:r>
                  <a:rPr lang="en-US" sz="2400">
                    <a:solidFill>
                      <a:srgbClr val="FF0000"/>
                    </a:solidFill>
                  </a:rPr>
                  <a:t>3</a:t>
                </a:r>
                <a:r>
                  <a:rPr lang="en-US" sz="2400">
                    <a:solidFill>
                      <a:srgbClr val="0000FF"/>
                    </a:solidFill>
                  </a:rPr>
                  <a:t>.02 </a:t>
                </a:r>
                <a:r>
                  <a:rPr lang="en-US" sz="2400">
                    <a:solidFill>
                      <a:srgbClr val="FF0000"/>
                    </a:solidFill>
                  </a:rPr>
                  <a:t>3</a:t>
                </a:r>
                <a:r>
                  <a:rPr lang="en-US" sz="2400">
                    <a:solidFill>
                      <a:srgbClr val="0000FF"/>
                    </a:solidFill>
                  </a:rPr>
                  <a:t>.01 </a:t>
                </a:r>
                <a:r>
                  <a:rPr lang="en-US" sz="2400">
                    <a:solidFill>
                      <a:srgbClr val="FF0000"/>
                    </a:solidFill>
                  </a:rPr>
                  <a:t>3</a:t>
                </a:r>
                <a:r>
                  <a:rPr lang="en-US" sz="2400">
                    <a:solidFill>
                      <a:srgbClr val="0000FF"/>
                    </a:solidFill>
                  </a:rPr>
                  <a:t>.01 </a:t>
                </a:r>
                <a:r>
                  <a:rPr lang="en-US" sz="240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2400">
                    <a:solidFill>
                      <a:schemeClr val="tx1"/>
                    </a:solidFill>
                  </a:rPr>
                  <a:t>)</a:t>
                </a:r>
                <a:endParaRPr lang="en-US" sz="240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F6F92D9-B7E2-218F-2D22-0D1590F55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070" y="3365044"/>
                <a:ext cx="3228769" cy="461665"/>
              </a:xfrm>
              <a:prstGeom prst="rect">
                <a:avLst/>
              </a:prstGeom>
              <a:blipFill>
                <a:blip r:embed="rId2"/>
                <a:stretch>
                  <a:fillRect l="-2830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0AB9A75F-7357-1F6B-ECE3-A08C2DA9F846}"/>
              </a:ext>
            </a:extLst>
          </p:cNvPr>
          <p:cNvSpPr txBox="1"/>
          <p:nvPr/>
        </p:nvSpPr>
        <p:spPr>
          <a:xfrm>
            <a:off x="1472070" y="4402021"/>
            <a:ext cx="2882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Miner Revenue: </a:t>
            </a:r>
            <a:r>
              <a:rPr lang="en-US" sz="2400">
                <a:solidFill>
                  <a:srgbClr val="0000FF"/>
                </a:solidFill>
              </a:rPr>
              <a:t>0.04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0E9B4F-232C-3391-D6DC-BF8EECB807BB}"/>
              </a:ext>
            </a:extLst>
          </p:cNvPr>
          <p:cNvSpPr txBox="1"/>
          <p:nvPr/>
        </p:nvSpPr>
        <p:spPr>
          <a:xfrm>
            <a:off x="6752612" y="2733369"/>
            <a:ext cx="1794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Congestion: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E745EAD-E3A6-923C-717B-2CFD2E7FFE83}"/>
              </a:ext>
            </a:extLst>
          </p:cNvPr>
          <p:cNvSpPr txBox="1"/>
          <p:nvPr/>
        </p:nvSpPr>
        <p:spPr>
          <a:xfrm>
            <a:off x="5989992" y="3365043"/>
            <a:ext cx="3259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Bids: </a:t>
            </a:r>
            <a:r>
              <a:rPr lang="en-US" sz="2400">
                <a:solidFill>
                  <a:srgbClr val="FF0000"/>
                </a:solidFill>
              </a:rPr>
              <a:t>3</a:t>
            </a:r>
            <a:r>
              <a:rPr lang="en-US" sz="2400">
                <a:solidFill>
                  <a:srgbClr val="0000FF"/>
                </a:solidFill>
              </a:rPr>
              <a:t>.8 </a:t>
            </a:r>
            <a:r>
              <a:rPr lang="en-US" sz="2400">
                <a:solidFill>
                  <a:srgbClr val="FF0000"/>
                </a:solidFill>
              </a:rPr>
              <a:t>3</a:t>
            </a:r>
            <a:r>
              <a:rPr lang="en-US" sz="2400">
                <a:solidFill>
                  <a:srgbClr val="0000FF"/>
                </a:solidFill>
              </a:rPr>
              <a:t>.7 </a:t>
            </a:r>
            <a:r>
              <a:rPr lang="en-US" sz="2400">
                <a:solidFill>
                  <a:srgbClr val="FF0000"/>
                </a:solidFill>
              </a:rPr>
              <a:t>3</a:t>
            </a:r>
            <a:r>
              <a:rPr lang="en-US" sz="2400">
                <a:solidFill>
                  <a:srgbClr val="0000FF"/>
                </a:solidFill>
              </a:rPr>
              <a:t>.5 </a:t>
            </a:r>
            <a:r>
              <a:rPr lang="en-US" sz="2400">
                <a:solidFill>
                  <a:srgbClr val="FF0000"/>
                </a:solidFill>
              </a:rPr>
              <a:t>3</a:t>
            </a:r>
            <a:r>
              <a:rPr lang="en-US" sz="2400">
                <a:solidFill>
                  <a:srgbClr val="0000FF"/>
                </a:solidFill>
              </a:rPr>
              <a:t>.4 </a:t>
            </a:r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3.3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9D1D659-0D26-F447-CF0F-0205F226235A}"/>
              </a:ext>
            </a:extLst>
          </p:cNvPr>
          <p:cNvSpPr txBox="1"/>
          <p:nvPr/>
        </p:nvSpPr>
        <p:spPr>
          <a:xfrm>
            <a:off x="6343518" y="4402020"/>
            <a:ext cx="2717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Miner Revenue: </a:t>
            </a:r>
            <a:r>
              <a:rPr lang="en-US" sz="2400">
                <a:solidFill>
                  <a:srgbClr val="0000FF"/>
                </a:solidFill>
              </a:rPr>
              <a:t>2.4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5DC4901-54A5-4B8C-CF2B-954E439152C9}"/>
              </a:ext>
            </a:extLst>
          </p:cNvPr>
          <p:cNvSpPr txBox="1"/>
          <p:nvPr/>
        </p:nvSpPr>
        <p:spPr>
          <a:xfrm>
            <a:off x="1713483" y="3883532"/>
            <a:ext cx="2220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Total Burning: 9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756674E-6A11-9C30-3DB0-7CBF9C30CFA2}"/>
              </a:ext>
            </a:extLst>
          </p:cNvPr>
          <p:cNvSpPr txBox="1"/>
          <p:nvPr/>
        </p:nvSpPr>
        <p:spPr>
          <a:xfrm>
            <a:off x="6509461" y="3883532"/>
            <a:ext cx="2385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Total Burning: 12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205FB46-B741-DB37-31C9-B878A9D57F21}"/>
              </a:ext>
            </a:extLst>
          </p:cNvPr>
          <p:cNvSpPr/>
          <p:nvPr/>
        </p:nvSpPr>
        <p:spPr>
          <a:xfrm>
            <a:off x="1209368" y="2674164"/>
            <a:ext cx="3510116" cy="2418735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0DD2897-2B99-9CD4-9678-5BCFB9E97E23}"/>
              </a:ext>
            </a:extLst>
          </p:cNvPr>
          <p:cNvSpPr txBox="1"/>
          <p:nvPr/>
        </p:nvSpPr>
        <p:spPr>
          <a:xfrm>
            <a:off x="1931707" y="5092899"/>
            <a:ext cx="2065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We want this!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21DD4B44-FAFB-051C-7CF7-9E84BCF41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8083-9BB3-4AD8-9FB5-63188B11A2C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58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0" grpId="0"/>
      <p:bldP spid="12" grpId="0"/>
      <p:bldP spid="13" grpId="0"/>
      <p:bldP spid="15" grpId="0"/>
      <p:bldP spid="16" grpId="0" animBg="1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C910FD-B53C-366D-3A35-7BA95922F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829" y="318886"/>
            <a:ext cx="7855000" cy="1495425"/>
          </a:xfrm>
        </p:spPr>
        <p:txBody>
          <a:bodyPr>
            <a:normAutofit/>
          </a:bodyPr>
          <a:lstStyle/>
          <a:p>
            <a:r>
              <a:rPr lang="en-US" sz="4000" dirty="0"/>
              <a:t>Transaction Fee Mechanism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BDC49-7F2C-9F0C-A2E2-2CEF566C3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829" y="2334233"/>
            <a:ext cx="7630027" cy="3729034"/>
          </a:xfrm>
        </p:spPr>
        <p:txBody>
          <a:bodyPr>
            <a:normAutofit/>
          </a:bodyPr>
          <a:lstStyle/>
          <a:p>
            <a:r>
              <a:rPr lang="en-US" dirty="0"/>
              <a:t>How to design a transaction fee mechanism which satisfies </a:t>
            </a:r>
            <a:r>
              <a:rPr lang="en-US" dirty="0">
                <a:solidFill>
                  <a:schemeClr val="accent1"/>
                </a:solidFill>
              </a:rPr>
              <a:t>incentive</a:t>
            </a:r>
            <a:r>
              <a:rPr lang="en-US" dirty="0"/>
              <a:t> and </a:t>
            </a:r>
            <a:r>
              <a:rPr lang="en-US" dirty="0">
                <a:solidFill>
                  <a:schemeClr val="accent1"/>
                </a:solidFill>
              </a:rPr>
              <a:t>collusion-proof</a:t>
            </a:r>
            <a:r>
              <a:rPr lang="en-US" dirty="0"/>
              <a:t> guarantees?</a:t>
            </a:r>
            <a:r>
              <a:rPr lang="en-US" sz="2400" dirty="0"/>
              <a:t> </a:t>
            </a:r>
          </a:p>
          <a:p>
            <a:pPr marL="0" indent="0" algn="r">
              <a:buNone/>
            </a:pPr>
            <a:r>
              <a:rPr lang="en-US" sz="2000" i="1" dirty="0"/>
              <a:t>Transaction Fee Mechanism Design, </a:t>
            </a:r>
            <a:r>
              <a:rPr lang="en-US" sz="2000" dirty="0"/>
              <a:t>Tim </a:t>
            </a:r>
            <a:r>
              <a:rPr lang="en-US" altLang="zh-CN" sz="2000" dirty="0"/>
              <a:t>Roughgarden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dirty="0"/>
              <a:t>Can we possibly design a “dream” mechanism with these guarantees and </a:t>
            </a:r>
            <a:r>
              <a:rPr lang="en-US" dirty="0">
                <a:solidFill>
                  <a:schemeClr val="accent2"/>
                </a:solidFill>
              </a:rPr>
              <a:t>also has good miner revenue</a:t>
            </a:r>
            <a:r>
              <a:rPr lang="en-US" dirty="0"/>
              <a:t>?</a:t>
            </a:r>
          </a:p>
          <a:p>
            <a:pPr marL="0" indent="0" algn="r">
              <a:buNone/>
            </a:pPr>
            <a:r>
              <a:rPr lang="en-US" sz="1800" i="1" dirty="0"/>
              <a:t>Foundations of Transaction Fee Mechanism Design</a:t>
            </a:r>
            <a:r>
              <a:rPr lang="en-US" sz="1800" dirty="0"/>
              <a:t>, H. Chung &amp; E. Shi</a:t>
            </a:r>
          </a:p>
        </p:txBody>
      </p:sp>
      <p:pic>
        <p:nvPicPr>
          <p:cNvPr id="5" name="Picture 4" descr="A person smiling for the camera&#10;&#10;Description automatically generated with medium confidence">
            <a:extLst>
              <a:ext uri="{FF2B5EF4-FFF2-40B4-BE49-F238E27FC236}">
                <a16:creationId xmlns:a16="http://schemas.microsoft.com/office/drawing/2014/main" id="{B01DF664-5FF4-0BAC-1674-5434D2EDFB1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48"/>
          <a:stretch/>
        </p:blipFill>
        <p:spPr>
          <a:xfrm>
            <a:off x="8837100" y="199623"/>
            <a:ext cx="2350960" cy="3229377"/>
          </a:xfrm>
          <a:prstGeom prst="rect">
            <a:avLst/>
          </a:prstGeom>
          <a:effectLst/>
        </p:spPr>
      </p:pic>
      <p:pic>
        <p:nvPicPr>
          <p:cNvPr id="7" name="Picture 6" descr="A person wearing glasses&#10;&#10;Description automatically generated with low confidence">
            <a:extLst>
              <a:ext uri="{FF2B5EF4-FFF2-40B4-BE49-F238E27FC236}">
                <a16:creationId xmlns:a16="http://schemas.microsoft.com/office/drawing/2014/main" id="{F147CD0C-2934-F6C4-0C8C-68B98280E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100" y="3628623"/>
            <a:ext cx="2350960" cy="291571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81097-064B-BFB9-F8FC-C4F44B898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91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720AA-B7DA-5B30-1E6D-77E6A432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Space of Players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05041B1-DE66-58F6-8AB3-2E35C91A27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5660232"/>
              </p:ext>
            </p:extLst>
          </p:nvPr>
        </p:nvGraphicFramePr>
        <p:xfrm>
          <a:off x="914400" y="1594112"/>
          <a:ext cx="10669073" cy="2900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459">
                  <a:extLst>
                    <a:ext uri="{9D8B030D-6E8A-4147-A177-3AD203B41FA5}">
                      <a16:colId xmlns:a16="http://schemas.microsoft.com/office/drawing/2014/main" val="1737388132"/>
                    </a:ext>
                  </a:extLst>
                </a:gridCol>
                <a:gridCol w="2401910">
                  <a:extLst>
                    <a:ext uri="{9D8B030D-6E8A-4147-A177-3AD203B41FA5}">
                      <a16:colId xmlns:a16="http://schemas.microsoft.com/office/drawing/2014/main" val="4170152730"/>
                    </a:ext>
                  </a:extLst>
                </a:gridCol>
                <a:gridCol w="2698124">
                  <a:extLst>
                    <a:ext uri="{9D8B030D-6E8A-4147-A177-3AD203B41FA5}">
                      <a16:colId xmlns:a16="http://schemas.microsoft.com/office/drawing/2014/main" val="3147748338"/>
                    </a:ext>
                  </a:extLst>
                </a:gridCol>
                <a:gridCol w="2968580">
                  <a:extLst>
                    <a:ext uri="{9D8B030D-6E8A-4147-A177-3AD203B41FA5}">
                      <a16:colId xmlns:a16="http://schemas.microsoft.com/office/drawing/2014/main" val="506842592"/>
                    </a:ext>
                  </a:extLst>
                </a:gridCol>
              </a:tblGrid>
              <a:tr h="58018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Untruthful Bids (UB)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Fake Transactions (FT)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Transaction Deletion (TD)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86614"/>
                  </a:ext>
                </a:extLst>
              </a:tr>
              <a:tr h="5801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Individual User (U)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U-UB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U-FT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126978"/>
                  </a:ext>
                </a:extLst>
              </a:tr>
              <a:tr h="5801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Individual Miner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M-FT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M-TD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358406"/>
                  </a:ext>
                </a:extLst>
              </a:tr>
              <a:tr h="5801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Miner and c Users (MU</a:t>
                      </a:r>
                      <a:r>
                        <a:rPr lang="en-US" baseline="30000" dirty="0"/>
                        <a:t>c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MU</a:t>
                      </a:r>
                      <a:r>
                        <a:rPr lang="en-US" baseline="30000" dirty="0">
                          <a:latin typeface="Consolas" panose="020B0609020204030204" pitchFamily="49" charset="0"/>
                        </a:rPr>
                        <a:t>c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-UB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MU</a:t>
                      </a:r>
                      <a:r>
                        <a:rPr lang="en-US" baseline="30000" dirty="0">
                          <a:latin typeface="Consolas" panose="020B0609020204030204" pitchFamily="49" charset="0"/>
                        </a:rPr>
                        <a:t>c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-FT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MU</a:t>
                      </a:r>
                      <a:r>
                        <a:rPr lang="en-US" baseline="30000" dirty="0">
                          <a:latin typeface="Consolas" panose="020B0609020204030204" pitchFamily="49" charset="0"/>
                        </a:rPr>
                        <a:t>c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-TD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611718"/>
                  </a:ext>
                </a:extLst>
              </a:tr>
              <a:tr h="5801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 Users (U</a:t>
                      </a:r>
                      <a:r>
                        <a:rPr lang="en-US" baseline="30000" dirty="0"/>
                        <a:t>c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U</a:t>
                      </a:r>
                      <a:r>
                        <a:rPr lang="en-US" baseline="30000" dirty="0">
                          <a:latin typeface="Consolas" panose="020B0609020204030204" pitchFamily="49" charset="0"/>
                        </a:rPr>
                        <a:t>c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-UB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U</a:t>
                      </a:r>
                      <a:r>
                        <a:rPr lang="en-US" baseline="30000" dirty="0">
                          <a:latin typeface="Consolas" panose="020B0609020204030204" pitchFamily="49" charset="0"/>
                        </a:rPr>
                        <a:t>c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-FT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84333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6B54B4-9494-1C58-E80B-835539AD5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048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BF3749-6B17-E36D-548D-AB4FC3896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Space of Players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42D489-D0EE-C1B9-B21E-05D70624F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mainly consider:</a:t>
            </a:r>
          </a:p>
          <a:p>
            <a:r>
              <a:rPr lang="en-US" dirty="0"/>
              <a:t>Untruthful bidding: a user bids different from their valuation.</a:t>
            </a:r>
          </a:p>
          <a:p>
            <a:r>
              <a:rPr lang="en-US" dirty="0"/>
              <a:t>1-1 collusion: one user collude with the miner in untruthful bidding, to increase their total utility. </a:t>
            </a:r>
          </a:p>
          <a:p>
            <a:pPr lvl="1"/>
            <a:r>
              <a:rPr lang="en-US" dirty="0"/>
              <a:t>The simplest form of MEV.</a:t>
            </a:r>
          </a:p>
          <a:p>
            <a:pPr lvl="1"/>
            <a:endParaRPr lang="en-US" dirty="0"/>
          </a:p>
          <a:p>
            <a:r>
              <a:rPr lang="en-US" dirty="0"/>
              <a:t>If we </a:t>
            </a:r>
            <a:r>
              <a:rPr lang="en-US" dirty="0">
                <a:solidFill>
                  <a:srgbClr val="0070C0"/>
                </a:solidFill>
              </a:rPr>
              <a:t>cannot prevent the simplest </a:t>
            </a:r>
            <a:r>
              <a:rPr lang="en-US" dirty="0"/>
              <a:t>collusion, we cannot prevent more complicate collusion (and MEV) either.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A25C98-7AEE-1F04-EA58-30695D673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800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B0292F-DDB8-F029-F796-A67043845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Challenges of TFM Design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6A63FD-8A9C-5FDA-9AC6-78EEE4109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DSIC + Collusion-proof-&gt; Zero Revenue (Chung &amp; Shi, 2021)</a:t>
            </a:r>
          </a:p>
          <a:p>
            <a:r>
              <a:rPr lang="en-US" altLang="zh-CN" dirty="0"/>
              <a:t>Chung &amp; Shi (2021): Relax the user utility in a multi-block setting for positive revenue </a:t>
            </a:r>
          </a:p>
          <a:p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Motivation: find a reasonable (and mild) relaxation to break the zero-revenue barrier?</a:t>
            </a:r>
          </a:p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5E4B6-1192-6ABA-AB77-A26135D97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63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96FC55-8BCD-3084-3727-CE0543A65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Challenges of TFM Design: Why?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3196AD0-1AD0-2BCB-484D-F86A2B34C7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First-order conditions:</a:t>
                </a:r>
              </a:p>
              <a:p>
                <a:r>
                  <a:rPr lang="en-US" dirty="0"/>
                  <a:t>DSIC: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1-SCP: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𝑚𝑖𝑛𝑒𝑟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Hence,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𝑚𝑖𝑛𝑒𝑟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𝑚𝑖𝑛𝑒𝑟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3196AD0-1AD0-2BCB-484D-F86A2B34C7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894B5F-3C2C-1FCC-B8D8-59DF890F8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004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96622-1842-4C15-5213-A71784CD2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Bayesian-Game Relaxation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3C890A0-21C9-CAB5-428A-2C31B4D89F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zh-CN" dirty="0"/>
                  <a:t>U-DSIC: truthful even if users know others’ bids (too strong)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en-US" altLang="zh-CN" dirty="0"/>
                  <a:t>U-BNIC: truthful if users only know the 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distribution</a:t>
                </a:r>
                <a:r>
                  <a:rPr lang="en-US" altLang="zh-CN" dirty="0"/>
                  <a:t> of others’ bids</a:t>
                </a:r>
              </a:p>
              <a:p>
                <a:r>
                  <a:rPr lang="en-US" altLang="zh-CN" dirty="0"/>
                  <a:t>c-SCP ({</a:t>
                </a:r>
                <a:r>
                  <a:rPr lang="en-US" dirty="0">
                    <a:latin typeface="Consolas" panose="020B0609020204030204" pitchFamily="49" charset="0"/>
                  </a:rPr>
                  <a:t>MU</a:t>
                </a:r>
                <a:r>
                  <a:rPr lang="en-US" baseline="30000" dirty="0">
                    <a:latin typeface="Consolas" panose="020B0609020204030204" pitchFamily="49" charset="0"/>
                  </a:rPr>
                  <a:t>c</a:t>
                </a:r>
                <a:r>
                  <a:rPr lang="en-US" dirty="0">
                    <a:latin typeface="Consolas" panose="020B0609020204030204" pitchFamily="49" charset="0"/>
                  </a:rPr>
                  <a:t>-UB</a:t>
                </a:r>
                <a:r>
                  <a:rPr lang="en-US" altLang="zh-CN" dirty="0"/>
                  <a:t>}-proof): the </a:t>
                </a:r>
                <a:r>
                  <a:rPr lang="en-US" altLang="zh-CN" dirty="0">
                    <a:solidFill>
                      <a:srgbClr val="0000FF"/>
                    </a:solidFill>
                  </a:rPr>
                  <a:t>miner still has complete information </a:t>
                </a:r>
                <a:r>
                  <a:rPr lang="en-US" altLang="zh-CN" dirty="0"/>
                  <a:t>of users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No longer requiring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dirty="0"/>
              </a:p>
              <a:p>
                <a:r>
                  <a:rPr lang="en-US" altLang="zh-CN" dirty="0"/>
                  <a:t>Only need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3C890A0-21C9-CAB5-428A-2C31B4D89F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C4729-9FB8-9B2D-378F-271DE33F4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841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839ACB-23FD-1AC3-4198-25427F3C4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Information Sets?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5FEC4E-7DC6-2C49-F9F3-1C702ADC4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BNIC mechanism needs users to NOT know others’ bids.</a:t>
            </a:r>
          </a:p>
          <a:p>
            <a:endParaRPr lang="en-US" altLang="zh-CN" dirty="0"/>
          </a:p>
          <a:p>
            <a:r>
              <a:rPr lang="en-US" altLang="zh-CN" dirty="0"/>
              <a:t>Naïve blockchain application: users can see bids before them, but not after.</a:t>
            </a:r>
          </a:p>
          <a:p>
            <a:endParaRPr lang="en-US" altLang="zh-CN" dirty="0"/>
          </a:p>
          <a:p>
            <a:r>
              <a:rPr lang="en-US" altLang="zh-CN" dirty="0"/>
              <a:t>MS reviewers: </a:t>
            </a:r>
            <a:r>
              <a:rPr lang="en-US" altLang="zh-CN" b="1" dirty="0">
                <a:solidFill>
                  <a:srgbClr val="FF0000"/>
                </a:solidFill>
              </a:rPr>
              <a:t>how can you implement sealed bids???</a:t>
            </a:r>
          </a:p>
          <a:p>
            <a:r>
              <a:rPr lang="en-US" altLang="zh-CN" dirty="0"/>
              <a:t>Cryptographic scheme: </a:t>
            </a:r>
            <a:r>
              <a:rPr lang="en-US" altLang="zh-CN" dirty="0">
                <a:solidFill>
                  <a:srgbClr val="0000FF"/>
                </a:solidFill>
              </a:rPr>
              <a:t>commitment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Simple explanation: propose </a:t>
            </a:r>
            <a:r>
              <a:rPr lang="en-US" altLang="zh-CN" dirty="0">
                <a:solidFill>
                  <a:srgbClr val="0000FF"/>
                </a:solidFill>
              </a:rPr>
              <a:t>encrypted </a:t>
            </a:r>
            <a:r>
              <a:rPr lang="en-US" altLang="zh-CN" dirty="0"/>
              <a:t>bids first and reveal later.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0C6D47-211D-7D2F-2A5E-3FB26223A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49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7754C-D28C-1D74-C1AB-1C1BA796C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Work: 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646F25-0B73-C91A-E706-15E4C14806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Considering the Bayesian game setting</a:t>
                </a:r>
              </a:p>
              <a:p>
                <a:pPr lvl="1"/>
                <a:r>
                  <a:rPr lang="en-US" dirty="0"/>
                  <a:t>Users only have the information of other users’ distributions.</a:t>
                </a:r>
              </a:p>
              <a:p>
                <a:pPr lvl="1"/>
                <a:r>
                  <a:rPr lang="en-US" dirty="0"/>
                  <a:t>Assume </a:t>
                </a:r>
                <a:r>
                  <a:rPr lang="en-US" dirty="0" err="1"/>
                  <a:t>i.i.d.</a:t>
                </a:r>
                <a:r>
                  <a:rPr lang="en-US" dirty="0"/>
                  <a:t> bounded valuation distribution (</a:t>
                </a:r>
                <a:r>
                  <a:rPr lang="en-US" dirty="0" err="1"/>
                  <a:t>wlog</a:t>
                </a:r>
                <a:r>
                  <a:rPr lang="en-US" dirty="0"/>
                  <a:t>, in [0, 1])</a:t>
                </a:r>
              </a:p>
              <a:p>
                <a:pPr lvl="1"/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U-BNIC</a:t>
                </a:r>
                <a:r>
                  <a:rPr lang="en-US" dirty="0"/>
                  <a:t> + </a:t>
                </a:r>
                <a:r>
                  <a:rPr lang="en-US" dirty="0">
                    <a:solidFill>
                      <a:schemeClr val="accent6"/>
                    </a:solidFill>
                  </a:rPr>
                  <a:t>1-SCP</a:t>
                </a:r>
                <a:r>
                  <a:rPr lang="en-US" dirty="0"/>
                  <a:t>: positive expected revenue possible.</a:t>
                </a:r>
              </a:p>
              <a:p>
                <a:pPr lvl="1"/>
                <a:r>
                  <a:rPr lang="en-US" dirty="0"/>
                  <a:t>Prevented deviations: </a:t>
                </a:r>
                <a:r>
                  <a:rPr lang="en-US" altLang="zh-CN" dirty="0"/>
                  <a:t>{</a:t>
                </a:r>
                <a:r>
                  <a:rPr lang="en-US" altLang="zh-CN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U-UB</a:t>
                </a:r>
                <a:r>
                  <a:rPr lang="en-US" altLang="zh-CN" dirty="0"/>
                  <a:t>,</a:t>
                </a:r>
                <a:r>
                  <a:rPr lang="en-US" altLang="zh-CN" dirty="0">
                    <a:latin typeface="Consolas" panose="020B0609020204030204" pitchFamily="49" charset="0"/>
                  </a:rPr>
                  <a:t> U-FT</a:t>
                </a:r>
                <a:r>
                  <a:rPr lang="en-US" altLang="zh-CN" dirty="0"/>
                  <a:t>,</a:t>
                </a:r>
                <a:r>
                  <a:rPr lang="en-US" altLang="zh-CN" dirty="0">
                    <a:latin typeface="Consolas" panose="020B0609020204030204" pitchFamily="49" charset="0"/>
                  </a:rPr>
                  <a:t> </a:t>
                </a:r>
                <a:r>
                  <a:rPr lang="en-US" dirty="0">
                    <a:solidFill>
                      <a:schemeClr val="accent6"/>
                    </a:solidFill>
                    <a:latin typeface="Consolas" panose="020B0609020204030204" pitchFamily="49" charset="0"/>
                  </a:rPr>
                  <a:t>MU</a:t>
                </a:r>
                <a:r>
                  <a:rPr lang="en-US" baseline="30000" dirty="0">
                    <a:solidFill>
                      <a:schemeClr val="accent6"/>
                    </a:solidFill>
                    <a:latin typeface="Consolas" panose="020B0609020204030204" pitchFamily="49" charset="0"/>
                  </a:rPr>
                  <a:t>1</a:t>
                </a:r>
                <a:r>
                  <a:rPr lang="en-US" dirty="0">
                    <a:solidFill>
                      <a:schemeClr val="accent6"/>
                    </a:solidFill>
                    <a:latin typeface="Consolas" panose="020B0609020204030204" pitchFamily="49" charset="0"/>
                  </a:rPr>
                  <a:t>-UB</a:t>
                </a:r>
                <a:r>
                  <a:rPr lang="en-US" altLang="zh-CN" dirty="0"/>
                  <a:t>}</a:t>
                </a:r>
              </a:p>
              <a:p>
                <a:pPr lvl="1"/>
                <a:r>
                  <a:rPr lang="en-US" dirty="0"/>
                  <a:t>Expected miner revenue: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𝑂𝑃𝑇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646F25-0B73-C91A-E706-15E4C14806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4E513-708A-5EA2-DADD-788F14B03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638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F944-812E-7573-CF16-96F846294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look into Bayesian 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42CCE-5FEC-9C21-A294-D7362DC33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First-price auctions are not truthful</a:t>
            </a:r>
          </a:p>
          <a:p>
            <a:pPr lvl="1"/>
            <a:r>
              <a:rPr lang="en-US" dirty="0"/>
              <a:t>Bidders tend to bid lower than their valuation.</a:t>
            </a:r>
          </a:p>
          <a:p>
            <a:r>
              <a:rPr lang="en-US" dirty="0"/>
              <a:t>How much lower?</a:t>
            </a:r>
          </a:p>
          <a:p>
            <a:pPr lvl="1"/>
            <a:r>
              <a:rPr lang="en-US" dirty="0"/>
              <a:t>It depends on settings.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3F891-9B3E-4086-FE0C-9E9AF97AF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331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FF9E3-CDD3-3B6F-2FAB-9BF2BF1E1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 of First-Price Auction 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3866EE-6B20-B180-76B4-5ADA79013B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Example (</a:t>
                </a:r>
                <a:r>
                  <a:rPr lang="en-US" dirty="0" err="1"/>
                  <a:t>i</a:t>
                </a:r>
                <a:r>
                  <a:rPr lang="en-US" dirty="0"/>
                  <a:t>): 2 bidders, 1 item, valuation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[0,1]</m:t>
                    </m:r>
                  </m:oMath>
                </a14:m>
                <a:r>
                  <a:rPr lang="en-US" dirty="0"/>
                  <a:t>, each bidder does not know the other’s bid.</a:t>
                </a:r>
              </a:p>
              <a:p>
                <a:r>
                  <a:rPr lang="en-US" dirty="0"/>
                  <a:t>Bayesian Nash equilibrium: each bidder bids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Can we make this first-price auction BNIC?</a:t>
                </a:r>
              </a:p>
              <a:p>
                <a:r>
                  <a:rPr lang="en-US" dirty="0"/>
                  <a:t>Yes! Just let the winner pay half her bid...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3866EE-6B20-B180-76B4-5ADA79013B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87764AB-C639-4019-B3C5-AC759ABEC396}"/>
              </a:ext>
            </a:extLst>
          </p:cNvPr>
          <p:cNvSpPr txBox="1"/>
          <p:nvPr/>
        </p:nvSpPr>
        <p:spPr>
          <a:xfrm>
            <a:off x="2747258" y="4988461"/>
            <a:ext cx="8530224" cy="1631216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Revelation Principle 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2000" dirty="0"/>
              <a:t>(Informally) For any mechanism, we can construct an equivalent direct truthful mechanism by incorporating agents’ strategies into the mechanism itself.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Bradley Hand ITC" panose="03070402050302030203" pitchFamily="66" charset="0"/>
              </a:rPr>
              <a:t>“Tell me what you think, and I would lie for you.”</a:t>
            </a:r>
            <a:endParaRPr lang="en-US" sz="2000" dirty="0">
              <a:solidFill>
                <a:srgbClr val="0000FF"/>
              </a:solidFill>
              <a:latin typeface="Bradley Hand ITC" panose="03070402050302030203" pitchFamily="66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3CDFAC-10B0-08AF-EC33-B85526F09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676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D48B5-58A1-37AD-7474-F795C7B75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 of First-Price Auction (ii)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E833A-72C5-734C-FD02-904D3429DF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Example (ii): Each bidder </a:t>
                </a:r>
                <a:r>
                  <a:rPr lang="en-US" b="1" dirty="0"/>
                  <a:t>does know</a:t>
                </a:r>
                <a:r>
                  <a:rPr lang="en-US" dirty="0"/>
                  <a:t> others’ bids.</a:t>
                </a:r>
                <a:br>
                  <a:rPr lang="en-US" dirty="0"/>
                </a:br>
                <a:r>
                  <a:rPr lang="en-US" dirty="0"/>
                  <a:t>How would you bid?</a:t>
                </a:r>
              </a:p>
              <a:p>
                <a:pPr lvl="1"/>
                <a:r>
                  <a:rPr lang="en-US" dirty="0"/>
                  <a:t>If you are the highest bidder, you would want to lower your bid to the second highest bid +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If not, just bid truthfully because you would not benefit anyway.</a:t>
                </a:r>
              </a:p>
              <a:p>
                <a:pPr lvl="1"/>
                <a:endParaRPr lang="en-US" dirty="0"/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Revelation-Principle</a:t>
                </a:r>
                <a:r>
                  <a:rPr lang="en-US" dirty="0"/>
                  <a:t> modification: the highest bidder gets the item at the price of the second highest bid.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Exactly the second-price auction!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E833A-72C5-734C-FD02-904D3429DF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1CD6F-D783-5D59-CCF3-1189F1EAB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30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19084-7B43-1D83-890B-CD75016DA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Two Variants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AED24-D69A-A837-D6B0-F28994569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Difference in allocation?</a:t>
            </a:r>
          </a:p>
          <a:p>
            <a:pPr lvl="1"/>
            <a:r>
              <a:rPr lang="en-US" dirty="0"/>
              <a:t>No difference. The bidder with higher valuation gets the item.</a:t>
            </a:r>
          </a:p>
          <a:p>
            <a:r>
              <a:rPr lang="en-US" dirty="0"/>
              <a:t>Difference in payment?</a:t>
            </a:r>
          </a:p>
          <a:p>
            <a:pPr lvl="1"/>
            <a:r>
              <a:rPr lang="en-US" dirty="0"/>
              <a:t>In (</a:t>
            </a:r>
            <a:r>
              <a:rPr lang="en-US" dirty="0" err="1"/>
              <a:t>i</a:t>
            </a:r>
            <a:r>
              <a:rPr lang="en-US" dirty="0"/>
              <a:t>), the winner pays half her valuation.</a:t>
            </a:r>
          </a:p>
          <a:p>
            <a:pPr lvl="1"/>
            <a:r>
              <a:rPr lang="en-US" dirty="0"/>
              <a:t>In (ii), the winner pays the loser’s valuation.</a:t>
            </a:r>
          </a:p>
          <a:p>
            <a:pPr marL="457200" lvl="1" indent="0">
              <a:buNone/>
            </a:pPr>
            <a:r>
              <a:rPr lang="en-US" dirty="0"/>
              <a:t>Observation: </a:t>
            </a:r>
            <a:r>
              <a:rPr lang="en-US" dirty="0">
                <a:solidFill>
                  <a:srgbClr val="0070C0"/>
                </a:solidFill>
              </a:rPr>
              <a:t>on expectation, the payment is also the same</a:t>
            </a:r>
            <a:r>
              <a:rPr lang="en-US" dirty="0"/>
              <a:t>!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Intuition: the DSIC mechanism (ii) is “somehow equivalent” to the BNIC mechanism (</a:t>
            </a:r>
            <a:r>
              <a:rPr lang="en-US" dirty="0" err="1"/>
              <a:t>i</a:t>
            </a:r>
            <a:r>
              <a:rPr lang="en-US" dirty="0"/>
              <a:t>). </a:t>
            </a:r>
            <a:r>
              <a:rPr lang="en-US" dirty="0">
                <a:solidFill>
                  <a:srgbClr val="0000FF"/>
                </a:solidFill>
              </a:rPr>
              <a:t>(Revenue Equivalence Theorem)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BD9FB-4C74-4A8E-B2E5-F69C49E6F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196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DE4FF-D21C-9F3C-3D27-8CA660525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“Revenue” Equivalence (or not)?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E2F02-F489-4B72-3CCB-30EDE4C09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traditional auctions,</a:t>
            </a:r>
            <a:br>
              <a:rPr lang="en-US" dirty="0"/>
            </a:br>
            <a:r>
              <a:rPr lang="en-US" dirty="0"/>
              <a:t>The same allocation + </a:t>
            </a:r>
            <a:r>
              <a:rPr lang="en-US" dirty="0" err="1"/>
              <a:t>i.i.d.</a:t>
            </a:r>
            <a:r>
              <a:rPr lang="en-US" dirty="0"/>
              <a:t> distribution -&gt; the same revenue.</a:t>
            </a:r>
          </a:p>
          <a:p>
            <a:endParaRPr lang="en-US" dirty="0"/>
          </a:p>
          <a:p>
            <a:r>
              <a:rPr lang="en-US" dirty="0"/>
              <a:t>For blockchain Transaction Fee Mechanism,</a:t>
            </a:r>
            <a:br>
              <a:rPr lang="en-US" dirty="0"/>
            </a:br>
            <a:r>
              <a:rPr lang="en-US" dirty="0"/>
              <a:t>Not all “revenue” awarded to miner, some (all, if U-DSIC + 1-SCP)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burnt</a:t>
            </a:r>
            <a:r>
              <a:rPr lang="en-US" dirty="0"/>
              <a:t>!</a:t>
            </a:r>
          </a:p>
          <a:p>
            <a:endParaRPr lang="en-US" dirty="0"/>
          </a:p>
          <a:p>
            <a:r>
              <a:rPr lang="en-US" dirty="0"/>
              <a:t>Possible to increase miner revenue while decreasing burning.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62B7C-00E8-C139-2025-7867B3D65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39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7754C-D28C-1D74-C1AB-1C1BA796C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Auxiliary Mechanism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46F25-0B73-C91A-E706-15E4C1480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Our main technique: Auxiliary Mechanism Method</a:t>
            </a:r>
          </a:p>
          <a:p>
            <a:r>
              <a:rPr lang="en-US" sz="2400" dirty="0"/>
              <a:t>From a U-BNIC mechanism, we can construct an “auxiliary” U-DSIC mechanism with </a:t>
            </a:r>
            <a:r>
              <a:rPr lang="en-US" sz="2400" dirty="0">
                <a:solidFill>
                  <a:srgbClr val="0000FF"/>
                </a:solidFill>
              </a:rPr>
              <a:t>the same allocation rule </a:t>
            </a:r>
            <a:r>
              <a:rPr lang="en-US" sz="2400" dirty="0"/>
              <a:t>and look into the difference between them.</a:t>
            </a:r>
          </a:p>
          <a:p>
            <a:r>
              <a:rPr lang="en-US" sz="2400" dirty="0"/>
              <a:t>From a U-DSIC mechanism, we can in turn “perturbate” its payment rule to construct a U-BNIC mechanism, in hope that it has better properties in miner revenues (more generally, scopes other than truthfulness).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512CD6-D5EE-F9B0-A9C6-C5FD600E12D2}"/>
                  </a:ext>
                </a:extLst>
              </p:cNvPr>
              <p:cNvSpPr txBox="1"/>
              <p:nvPr/>
            </p:nvSpPr>
            <p:spPr>
              <a:xfrm>
                <a:off x="2996236" y="4884086"/>
                <a:ext cx="1459437" cy="954107"/>
              </a:xfrm>
              <a:prstGeom prst="rect">
                <a:avLst/>
              </a:prstGeom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>
                              <a:latin typeface="Cambria Math" panose="02040503050406030204" pitchFamily="18" charset="0"/>
                            </a:rPr>
                            <m:t>𝐚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̃"/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1"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e>
                          </m:acc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̃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800" dirty="0"/>
              </a:p>
              <a:p>
                <a:pPr algn="ctr"/>
                <a:r>
                  <a:rPr lang="en-US" sz="2800" dirty="0"/>
                  <a:t>U-BNIC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512CD6-D5EE-F9B0-A9C6-C5FD600E1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236" y="4884086"/>
                <a:ext cx="1459437" cy="954107"/>
              </a:xfrm>
              <a:prstGeom prst="rect">
                <a:avLst/>
              </a:prstGeom>
              <a:blipFill>
                <a:blip r:embed="rId2"/>
                <a:stretch>
                  <a:fillRect l="-7884" r="-1245" b="-1509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B882E9-E8C5-D4E8-DA06-95F1834B7B1E}"/>
                  </a:ext>
                </a:extLst>
              </p:cNvPr>
              <p:cNvSpPr txBox="1"/>
              <p:nvPr/>
            </p:nvSpPr>
            <p:spPr>
              <a:xfrm>
                <a:off x="6627352" y="4877822"/>
                <a:ext cx="1463157" cy="954107"/>
              </a:xfrm>
              <a:prstGeom prst="rect">
                <a:avLst/>
              </a:prstGeom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>
                              <a:latin typeface="Cambria Math" panose="02040503050406030204" pitchFamily="18" charset="0"/>
                            </a:rPr>
                            <m:t>𝐚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  <a:p>
                <a:pPr algn="ctr"/>
                <a:r>
                  <a:rPr lang="en-US" sz="2800" dirty="0"/>
                  <a:t>U-DSIC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B882E9-E8C5-D4E8-DA06-95F1834B7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7352" y="4877822"/>
                <a:ext cx="1463157" cy="954107"/>
              </a:xfrm>
              <a:prstGeom prst="rect">
                <a:avLst/>
              </a:prstGeom>
              <a:blipFill>
                <a:blip r:embed="rId3"/>
                <a:stretch>
                  <a:fillRect l="-6612" r="-413" b="-1509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Right 6">
            <a:extLst>
              <a:ext uri="{FF2B5EF4-FFF2-40B4-BE49-F238E27FC236}">
                <a16:creationId xmlns:a16="http://schemas.microsoft.com/office/drawing/2014/main" id="{49D9C7EC-C6C9-4451-A5EA-8C06967000F2}"/>
              </a:ext>
            </a:extLst>
          </p:cNvPr>
          <p:cNvSpPr/>
          <p:nvPr/>
        </p:nvSpPr>
        <p:spPr>
          <a:xfrm>
            <a:off x="4756644" y="5114263"/>
            <a:ext cx="1730663" cy="1665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785336-1071-2E1C-5B19-77CE1357F334}"/>
              </a:ext>
            </a:extLst>
          </p:cNvPr>
          <p:cNvSpPr txBox="1"/>
          <p:nvPr/>
        </p:nvSpPr>
        <p:spPr>
          <a:xfrm>
            <a:off x="5089618" y="4744931"/>
            <a:ext cx="1064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Auxiliary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AFEC21-4E89-DDEC-97F3-867D6055214E}"/>
              </a:ext>
            </a:extLst>
          </p:cNvPr>
          <p:cNvSpPr txBox="1"/>
          <p:nvPr/>
        </p:nvSpPr>
        <p:spPr>
          <a:xfrm>
            <a:off x="4896509" y="5624588"/>
            <a:ext cx="145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Perturbation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62E0ADC-BECE-CAE1-842A-5696B5EF3AC1}"/>
              </a:ext>
            </a:extLst>
          </p:cNvPr>
          <p:cNvSpPr/>
          <p:nvPr/>
        </p:nvSpPr>
        <p:spPr>
          <a:xfrm rot="10800000">
            <a:off x="4756645" y="5405186"/>
            <a:ext cx="1730663" cy="1665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D13B2F-5DE8-59AA-4387-C97F1B052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042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0" grpId="0"/>
      <p:bldP spid="11" grpId="0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2FD5F-DC4D-D406-1FD1-19282AEA5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Basis: Myerson’s Lemma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F9FA68-D25D-EB81-17DA-B3B0F82E3B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/>
              <a:lstStyle/>
              <a:p>
                <a:r>
                  <a:rPr lang="en-US" dirty="0"/>
                  <a:t>If an auction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𝐩</m:t>
                        </m:r>
                      </m:e>
                    </m:d>
                  </m:oMath>
                </a14:m>
                <a:r>
                  <a:rPr lang="en-US" dirty="0"/>
                  <a:t> is DSIC, then for given allocation rule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𝐚</m:t>
                    </m:r>
                  </m:oMath>
                </a14:m>
                <a:r>
                  <a:rPr lang="en-US" dirty="0"/>
                  <a:t>, the payment rule is fixed:</a:t>
                </a:r>
              </a:p>
              <a:p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r>
                  <a:rPr lang="en-US" dirty="0"/>
                  <a:t>DSIC: </a:t>
                </a:r>
                <a:r>
                  <a:rPr lang="en-US" dirty="0">
                    <a:solidFill>
                      <a:srgbClr val="0070C0"/>
                    </a:solidFill>
                  </a:rPr>
                  <a:t>allocation decides payment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If the allocation rule is “highest bidder wins”, </a:t>
                </a:r>
                <a:br>
                  <a:rPr lang="en-US" dirty="0"/>
                </a:br>
                <a:r>
                  <a:rPr lang="en-US" dirty="0"/>
                  <a:t>the second-price auction is </a:t>
                </a:r>
                <a:r>
                  <a:rPr lang="en-US" b="1" dirty="0"/>
                  <a:t>the only </a:t>
                </a:r>
                <a:r>
                  <a:rPr lang="en-US" dirty="0"/>
                  <a:t>DSIC mechanism.</a:t>
                </a:r>
              </a:p>
              <a:p>
                <a:r>
                  <a:rPr lang="en-US" dirty="0"/>
                  <a:t>All BNIC mechanisms also have the same </a:t>
                </a:r>
                <a:r>
                  <a:rPr lang="en-US" dirty="0">
                    <a:solidFill>
                      <a:srgbClr val="0070C0"/>
                    </a:solidFill>
                  </a:rPr>
                  <a:t>expected</a:t>
                </a:r>
                <a:r>
                  <a:rPr lang="en-US" dirty="0"/>
                  <a:t> payments.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F9FA68-D25D-EB81-17DA-B3B0F82E3B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2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A048B-B1C4-86ED-5C32-ACF7796D2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07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14323-EEC9-8455-0E18-77C7CF59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Construction of Auxiliary Mechanism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712F21-EEF8-632F-095B-68859E81AC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sz="2400" dirty="0"/>
                  <a:t>For monotone allocation rule 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 panose="02040503050406030204" pitchFamily="18" charset="0"/>
                      </a:rPr>
                      <m:t>𝐚</m:t>
                    </m:r>
                  </m:oMath>
                </a14:m>
                <a:r>
                  <a:rPr lang="en-US" sz="2400" dirty="0"/>
                  <a:t>, the following TFM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𝐩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400" dirty="0"/>
                  <a:t> is U-DSIC and 1-SCP: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>
                                              <a:latin typeface="Cambria Math" panose="02040503050406030204" pitchFamily="18" charset="0"/>
                                            </a:rPr>
                                            <m:t>𝐛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𝐛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=0                      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For any TFM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̃"/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𝐩</m:t>
                            </m:r>
                          </m:e>
                        </m:acc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̃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400" dirty="0"/>
                  <a:t>, we call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𝐩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</m:oMath>
                </a14:m>
                <a:r>
                  <a:rPr lang="en-US" sz="2400" dirty="0"/>
                  <a:t> as its </a:t>
                </a:r>
                <a:r>
                  <a:rPr lang="en-US" sz="2400" dirty="0">
                    <a:solidFill>
                      <a:srgbClr val="0000FF"/>
                    </a:solidFill>
                  </a:rPr>
                  <a:t>Auxiliary TFM. </a:t>
                </a:r>
              </a:p>
              <a:p>
                <a:r>
                  <a:rPr lang="en-US" sz="2400" dirty="0"/>
                  <a:t>Payment difference function: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US" sz="2400" dirty="0">
                    <a:solidFill>
                      <a:srgbClr val="0000FF"/>
                    </a:solidFill>
                  </a:rPr>
                  <a:t>Variation</a:t>
                </a:r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0000FF"/>
                    </a:solidFill>
                  </a:rPr>
                  <a:t>Term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𝛉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acc>
                      <m:accPr>
                        <m:chr m:val="̃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BNIC TFM = Auxiliary TFM + </a:t>
                </a:r>
                <a:r>
                  <a:rPr lang="en-US" sz="2400"/>
                  <a:t>Variation Term.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712F21-EEF8-632F-095B-68859E81AC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521" b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D7E83-C748-9968-3200-75D69F806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13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16DEE-04CC-0F25-72B5-CFB71C3AF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 of U-BNIC and 1-SCP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F06F02-71FE-8899-017B-C18E18C43E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Assuming monotone allocation rule, we can </a:t>
                </a:r>
                <a:r>
                  <a:rPr lang="en-US" altLang="zh-CN" dirty="0"/>
                  <a:t>re-write</a:t>
                </a:r>
                <a:r>
                  <a:rPr lang="en-US" dirty="0"/>
                  <a:t> U-BNIC and 1-SCP conditions </a:t>
                </a:r>
                <a:r>
                  <a:rPr lang="en-US" dirty="0">
                    <a:solidFill>
                      <a:srgbClr val="0000FF"/>
                    </a:solidFill>
                  </a:rPr>
                  <a:t>only depending on Variation Term</a:t>
                </a:r>
              </a:p>
              <a:p>
                <a:endParaRPr lang="en-US" dirty="0"/>
              </a:p>
              <a:p>
                <a:r>
                  <a:rPr lang="en-US" dirty="0"/>
                  <a:t>U-BNIC: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1-SCP: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BNIC: given allocation, feasible mechanisms lie in an </a:t>
                </a:r>
                <a:r>
                  <a:rPr lang="en-US" dirty="0">
                    <a:solidFill>
                      <a:srgbClr val="0070C0"/>
                    </a:solidFill>
                  </a:rPr>
                  <a:t>affine space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F06F02-71FE-8899-017B-C18E18C43E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6A495FD-27DF-6583-7359-2AAE71CE9D64}"/>
              </a:ext>
            </a:extLst>
          </p:cNvPr>
          <p:cNvSpPr txBox="1"/>
          <p:nvPr/>
        </p:nvSpPr>
        <p:spPr>
          <a:xfrm>
            <a:off x="2724954" y="6015692"/>
            <a:ext cx="6742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Bradley Hand ITC" panose="03070402050302030203" pitchFamily="66" charset="0"/>
              </a:rPr>
              <a:t>We can construct AM and VT separately!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A31E4-883A-50D3-19A0-5B8DAE366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787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6A96F-C458-FA5C-205A-B17F72ADE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Construction of Main Mechanism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A77F10-16C6-99A8-6703-3D0C5AB237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Construction for Block Size 1</a:t>
                </a:r>
              </a:p>
              <a:p>
                <a:r>
                  <a:rPr lang="en-US" dirty="0"/>
                  <a:t>Extension for Block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(Overview)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A77F10-16C6-99A8-6703-3D0C5AB237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C077F-9C73-4093-EA13-6FA2D9105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4464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82B0CA-D69E-235D-38E0-39A8F077D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Construction for Block Size 1: Auxiliary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EC4A29-6B9B-8590-F8FF-83F9132D6F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b="0" dirty="0"/>
                  <a:t>Allocation: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altLang="zh-CN" dirty="0"/>
              </a:p>
              <a:p>
                <a:r>
                  <a:rPr lang="en-US" altLang="zh-CN" dirty="0"/>
                  <a:t>Auxiliary payment: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num>
                      <m:den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𝑚𝑒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den>
                    </m:f>
                  </m:oMath>
                </a14:m>
                <a:r>
                  <a:rPr lang="en-US" altLang="zh-CN" dirty="0"/>
                  <a:t> </a:t>
                </a:r>
              </a:p>
              <a:p>
                <a:r>
                  <a:rPr lang="en-US" altLang="zh-CN" dirty="0"/>
                  <a:t>Auxiliary miner revenue: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b="0" dirty="0"/>
              </a:p>
              <a:p>
                <a:r>
                  <a:rPr lang="en-US" altLang="zh-CN" b="0" dirty="0"/>
                  <a:t>U-DSIC and 1-SCP, but zero miner revenue.</a:t>
                </a:r>
                <a:br>
                  <a:rPr lang="en-US" altLang="zh-CN" b="0" dirty="0"/>
                </a:br>
                <a:br>
                  <a:rPr lang="en-US" altLang="zh-CN" b="0" dirty="0"/>
                </a:b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EC4A29-6B9B-8590-F8FF-83F9132D6F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F49B2-8620-453A-566A-104C268BC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782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1A4989-3045-7FA7-0C39-A7C25203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Construction for Block Size 1: Variation Term</a:t>
            </a:r>
            <a:endParaRPr lang="zh-CN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54DC04-7F0C-6051-C282-F67B45FA70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/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𝜌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𝜌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, then for parameter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dirty="0"/>
                  <a:t>, let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l-GR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l-GR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zh-CN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num>
                            <m:den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den>
                          </m:f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altLang="zh-CN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l-GR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l-GR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zh-CN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altLang="zh-CN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num>
                            <m:den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Then the mechanism is 1-SCP, U-BNIC and has expected revenue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𝐄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h𝑛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&gt;0.</m:t>
                      </m:r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54DC04-7F0C-6051-C282-F67B45FA70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120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EC8E8-21AB-DA84-57E8-A1E74BA77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82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A1C4D53-8546-F943-DF8E-23ABDB065C4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Construction for Block Size 1: Value of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A1C4D53-8546-F943-DF8E-23ABDB065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E7083CA-58AD-D85C-700C-9A13D564D0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</m:d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h𝑛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𝜌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&gt;0.</m:t>
                    </m:r>
                  </m:oMath>
                </a14:m>
                <a:r>
                  <a:rPr lang="en-US" altLang="zh-CN" dirty="0"/>
                  <a:t> </a:t>
                </a:r>
              </a:p>
              <a:p>
                <a:r>
                  <a:rPr lang="en-US" altLang="zh-CN" dirty="0"/>
                  <a:t>The larger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dirty="0"/>
                  <a:t>, the more variation from DSIC, the more revenue.</a:t>
                </a:r>
              </a:p>
              <a:p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dirty="0"/>
                  <a:t> too large, budget feasibility might be violated…</a:t>
                </a:r>
              </a:p>
              <a:p>
                <a:r>
                  <a:rPr lang="en-US" altLang="zh-CN" dirty="0"/>
                  <a:t>We want to find the largest feasible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Theorem: </a:t>
                </a:r>
                <a:br>
                  <a:rPr lang="en-US" altLang="zh-CN" dirty="0"/>
                </a:br>
                <a:r>
                  <a:rPr lang="en-US" altLang="zh-CN" dirty="0">
                    <a:ea typeface="Cambria Math" panose="02040503050406030204" pitchFamily="18" charset="0"/>
                  </a:rPr>
                  <a:t>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𝜌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dirty="0">
                    <a:ea typeface="Cambria Math" panose="02040503050406030204" pitchFamily="18" charset="0"/>
                  </a:rPr>
                  <a:t>, we have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1/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/>
                  <a:t>for Budget Feasibility</a:t>
                </a:r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𝑂𝑃𝑇</m:t>
                    </m:r>
                  </m:oMath>
                </a14:m>
                <a:r>
                  <a:rPr lang="en-US" dirty="0"/>
                  <a:t> revenue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𝑂𝑃𝑇</m:t>
                    </m:r>
                    <m: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altLang="zh-C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).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E7083CA-58AD-D85C-700C-9A13D564D0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b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DDD4DD-E081-7505-37D0-9AD7BBB1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143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53BE18C-186B-B850-A9E6-CEA3C7D47DE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Extension for Block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: Overview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53BE18C-186B-B850-A9E6-CEA3C7D47D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A2178E-50C5-38EB-A0E9-C14B04A441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Block size 1: weighted random drawing with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Block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: weighted random sampling without replacement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rounds, with the same exponential weights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Pr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is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chosen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We proved: for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≈1.582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and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𝜌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the optimal feasible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altLang="zh-CN" dirty="0">
                    <a:ea typeface="Cambria Math" panose="02040503050406030204" pitchFamily="18" charset="0"/>
                  </a:rPr>
                  <a:t>Still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-approximation of optimal revenue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𝑂𝑃𝑇</m:t>
                    </m:r>
                    <m: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altLang="zh-C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A2178E-50C5-38EB-A0E9-C14B04A441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3081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EFFC3-1059-4E74-F681-58A3BA58D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66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C7B829-71E1-FB65-3DE4-50D1ECC60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Methodology: Parametric Mechanism Optimization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29B27A-6970-100F-C665-7167DDDC9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 may be tricky to optimize mechanisms in a function space.</a:t>
            </a:r>
          </a:p>
          <a:p>
            <a:r>
              <a:rPr lang="en-US" dirty="0"/>
              <a:t>But if we can find a parametric subspace of feasible mechanisms…</a:t>
            </a:r>
          </a:p>
          <a:p>
            <a:r>
              <a:rPr lang="en-US" dirty="0"/>
              <a:t>We can do optimization in the parametric subspace!</a:t>
            </a:r>
          </a:p>
          <a:p>
            <a:endParaRPr lang="en-US" dirty="0"/>
          </a:p>
          <a:p>
            <a:r>
              <a:rPr lang="en-US" dirty="0"/>
              <a:t>But we “lose” some domain of decision variables.</a:t>
            </a:r>
          </a:p>
          <a:p>
            <a:r>
              <a:rPr lang="en-US" dirty="0"/>
              <a:t>We still need a “good” subspace for better approximation to optimality.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0790AB-9C9C-3C4E-647A-1242FC75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75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E958C-5A6B-90BC-3E73-381F7106C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Open: Possible Relaxations of Collusion-Proofness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B67881-FA54-3E78-0DE0-4AB79E5A7A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Restricted user information:</a:t>
                </a:r>
              </a:p>
              <a:p>
                <a:pPr lvl="1"/>
                <a:r>
                  <a:rPr lang="en-US" dirty="0"/>
                  <a:t>The miner only has access to a (small) subset of users’ valuations (before their </a:t>
                </a:r>
                <a:r>
                  <a:rPr lang="en-US" dirty="0">
                    <a:solidFill>
                      <a:schemeClr val="accent2"/>
                    </a:solidFill>
                  </a:rPr>
                  <a:t>commitment</a:t>
                </a:r>
                <a:r>
                  <a:rPr lang="en-US" dirty="0"/>
                  <a:t>) and can only collude with users in the subset.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Probabilistic mining:</a:t>
                </a:r>
              </a:p>
              <a:p>
                <a:pPr lvl="1"/>
                <a:r>
                  <a:rPr lang="en-US" dirty="0"/>
                  <a:t>The miner only has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∈(0,1)</m:t>
                    </m:r>
                  </m:oMath>
                </a14:m>
                <a:r>
                  <a:rPr lang="en-US" dirty="0"/>
                  <a:t> probability in winning the block, but must </a:t>
                </a:r>
                <a:r>
                  <a:rPr lang="en-US" dirty="0">
                    <a:solidFill>
                      <a:schemeClr val="accent2"/>
                    </a:solidFill>
                  </a:rPr>
                  <a:t>commit</a:t>
                </a:r>
                <a:r>
                  <a:rPr lang="en-US" dirty="0"/>
                  <a:t> the collusion before knowing whether she wins.</a:t>
                </a:r>
              </a:p>
              <a:p>
                <a:pPr lvl="1"/>
                <a:endParaRPr lang="en-US" dirty="0"/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Open </a:t>
                </a:r>
                <a:r>
                  <a:rPr lang="en-US" dirty="0"/>
                  <a:t>for future study.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B67881-FA54-3E78-0DE0-4AB79E5A7A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119F3-C71C-7D66-B71A-E76D6AF17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10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F8575-8844-F71A-54F8-2D5D41D1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12E56-7C5B-AC18-C13C-56B8AF48F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make an </a:t>
            </a:r>
            <a:r>
              <a:rPr lang="en-US" dirty="0">
                <a:solidFill>
                  <a:srgbClr val="0000FF"/>
                </a:solidFill>
              </a:rPr>
              <a:t>organized and more</a:t>
            </a:r>
            <a:r>
              <a:rPr lang="en-US" altLang="zh-CN" dirty="0">
                <a:solidFill>
                  <a:srgbClr val="0000FF"/>
                </a:solidFill>
              </a:rPr>
              <a:t> refined analysis </a:t>
            </a:r>
            <a:r>
              <a:rPr lang="en-US" altLang="zh-CN" dirty="0"/>
              <a:t>on the strategy space of blockchain transaction fee market.</a:t>
            </a:r>
          </a:p>
          <a:p>
            <a:endParaRPr lang="en-US" altLang="zh-CN" dirty="0"/>
          </a:p>
          <a:p>
            <a:r>
              <a:rPr lang="en-US" dirty="0"/>
              <a:t>We propose the versatile </a:t>
            </a:r>
            <a:r>
              <a:rPr lang="en-US" dirty="0">
                <a:solidFill>
                  <a:srgbClr val="0000FF"/>
                </a:solidFill>
              </a:rPr>
              <a:t>Auxiliary Mechanism method </a:t>
            </a:r>
            <a:r>
              <a:rPr lang="en-US" dirty="0"/>
              <a:t>as a framework for Bayesian design on transaction fee mechanisms and possibly other relevant scopes.</a:t>
            </a:r>
          </a:p>
          <a:p>
            <a:endParaRPr lang="en-US" dirty="0"/>
          </a:p>
          <a:p>
            <a:r>
              <a:rPr lang="en-US" dirty="0"/>
              <a:t>We utilize the Auxiliary Mechanism method to design a transaction fee mechanism that addresses all critical strategy-proof issues while yielding a </a:t>
            </a:r>
            <a:r>
              <a:rPr lang="en-US" dirty="0">
                <a:solidFill>
                  <a:srgbClr val="0000FF"/>
                </a:solidFill>
              </a:rPr>
              <a:t>constant-fractional approximation of optimal revenue </a:t>
            </a:r>
            <a:r>
              <a:rPr lang="en-US" dirty="0"/>
              <a:t>in a (basic) Bayesian game setting.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CF4A7-887D-7430-6D1E-ECEAC52A6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958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1C74F3-6C74-AB69-F547-7D77D5E27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My Current Interest: </a:t>
            </a:r>
            <a:br>
              <a:rPr lang="en-US" altLang="zh-CN" dirty="0"/>
            </a:br>
            <a:r>
              <a:rPr lang="en-US" altLang="zh-CN" sz="3200" dirty="0">
                <a:solidFill>
                  <a:srgbClr val="0000FF"/>
                </a:solidFill>
              </a:rPr>
              <a:t>Mechanism Design for Decentralized AI</a:t>
            </a:r>
            <a:endParaRPr lang="zh-CN" altLang="en-US" sz="3200" dirty="0">
              <a:solidFill>
                <a:srgbClr val="0000FF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5C41CC-BDFB-C42B-B3CA-9C8E46500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Proof of Work (PoW): </a:t>
            </a:r>
            <a:br>
              <a:rPr lang="en-US" altLang="zh-CN" dirty="0"/>
            </a:br>
            <a:r>
              <a:rPr lang="en-US" altLang="zh-CN" dirty="0"/>
              <a:t>Fundamental for blockchain systems, but </a:t>
            </a:r>
            <a:r>
              <a:rPr lang="en-US" altLang="zh-CN" dirty="0">
                <a:solidFill>
                  <a:srgbClr val="FF0000"/>
                </a:solidFill>
              </a:rPr>
              <a:t>wasting (a lot of) energy</a:t>
            </a: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Proof of Useful Work (PoUW):</a:t>
            </a:r>
            <a:br>
              <a:rPr lang="en-US" altLang="zh-CN" dirty="0"/>
            </a:br>
            <a:r>
              <a:rPr lang="en-US" altLang="zh-CN" dirty="0"/>
              <a:t>Modifying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PoW</a:t>
            </a:r>
            <a:r>
              <a:rPr lang="zh-CN" altLang="en-US" dirty="0"/>
              <a:t> </a:t>
            </a:r>
            <a:r>
              <a:rPr lang="en-US" altLang="zh-CN" dirty="0"/>
              <a:t>to do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70C0"/>
                </a:solidFill>
              </a:rPr>
              <a:t>useful</a:t>
            </a:r>
            <a:r>
              <a:rPr lang="en-US" altLang="zh-CN" dirty="0"/>
              <a:t> computation!</a:t>
            </a:r>
          </a:p>
          <a:p>
            <a:endParaRPr lang="en-US" altLang="zh-CN" dirty="0"/>
          </a:p>
          <a:p>
            <a:r>
              <a:rPr lang="en-US" altLang="zh-CN" dirty="0"/>
              <a:t>Proof of Learning (</a:t>
            </a:r>
            <a:r>
              <a:rPr lang="en-US" altLang="zh-CN" dirty="0" err="1"/>
              <a:t>PoL</a:t>
            </a:r>
            <a:r>
              <a:rPr lang="en-US" altLang="zh-CN" dirty="0"/>
              <a:t>):</a:t>
            </a:r>
            <a:br>
              <a:rPr lang="en-US" altLang="zh-CN" dirty="0"/>
            </a:br>
            <a:r>
              <a:rPr lang="en-US" altLang="zh-CN" dirty="0"/>
              <a:t>ML training for PoW, </a:t>
            </a:r>
            <a:r>
              <a:rPr lang="en-US" altLang="zh-CN" dirty="0">
                <a:solidFill>
                  <a:srgbClr val="0070C0"/>
                </a:solidFill>
              </a:rPr>
              <a:t>securing AI models w/ blockchain </a:t>
            </a:r>
            <a:r>
              <a:rPr lang="en-US" altLang="zh-CN" dirty="0"/>
              <a:t>in turn.</a:t>
            </a:r>
          </a:p>
          <a:p>
            <a:endParaRPr lang="en-US" altLang="zh-CN" dirty="0"/>
          </a:p>
          <a:p>
            <a:r>
              <a:rPr lang="en-US" altLang="zh-CN" dirty="0"/>
              <a:t>Recent research: how to design incentive-compatible protocols for decentralized AI training/inference and verification?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880F52-CD3C-9B1C-2E52-0ECDD60E8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642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B0B73E-E0DB-3836-94B1-8C0F797AF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Incentive Challenge in Decentralized AI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D444B6-1A61-C56A-686D-60DF43EC8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Verification of </a:t>
            </a:r>
            <a:r>
              <a:rPr lang="en-US" b="1" dirty="0">
                <a:solidFill>
                  <a:srgbClr val="0070C0"/>
                </a:solidFill>
              </a:rPr>
              <a:t>AI models </a:t>
            </a:r>
            <a:r>
              <a:rPr lang="en-US" dirty="0"/>
              <a:t>is more difficult (and costly) than PoW hash puzzles.</a:t>
            </a:r>
          </a:p>
          <a:p>
            <a:endParaRPr lang="en-US" dirty="0"/>
          </a:p>
          <a:p>
            <a:r>
              <a:rPr lang="en-US" b="1" dirty="0"/>
              <a:t>Verifier’s Dilemma</a:t>
            </a:r>
            <a:r>
              <a:rPr lang="en-US" dirty="0"/>
              <a:t>: when verification is costly and most “proofs” are honest, verifiers may be incentivized to be lazy.</a:t>
            </a:r>
          </a:p>
          <a:p>
            <a:endParaRPr lang="en-US" dirty="0"/>
          </a:p>
          <a:p>
            <a:r>
              <a:rPr lang="en-US" dirty="0"/>
              <a:t>My recent research topic (2023-now)!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12076F-60E8-6187-EB7B-AE484319A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76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A26CB-94DB-110F-5A6E-423EA4394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Q&amp;A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0E294-A06B-4422-8070-971494D5E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815E-600C-4D0C-BAA1-71B03038C3D0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153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8139</TotalTime>
  <Words>2532</Words>
  <Application>Microsoft Office PowerPoint</Application>
  <PresentationFormat>宽屏</PresentationFormat>
  <Paragraphs>364</Paragraphs>
  <Slides>40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7" baseType="lpstr">
      <vt:lpstr>等线</vt:lpstr>
      <vt:lpstr>等线 Light</vt:lpstr>
      <vt:lpstr>Arial</vt:lpstr>
      <vt:lpstr>Bradley Hand ITC</vt:lpstr>
      <vt:lpstr>Cambria Math</vt:lpstr>
      <vt:lpstr>Consolas</vt:lpstr>
      <vt:lpstr>Office 主题​​</vt:lpstr>
      <vt:lpstr>Bayesian Mechanism Design for Blockchain Transaction Fee Allocation</vt:lpstr>
      <vt:lpstr>Decentralized Platforms: Blockchain</vt:lpstr>
      <vt:lpstr>How (and why) does a blockchain work?</vt:lpstr>
      <vt:lpstr>How does the consensus work?</vt:lpstr>
      <vt:lpstr>Consensus in Bitcoin: Proof-of-Work</vt:lpstr>
      <vt:lpstr>Incentive Design on Blockchain Systems</vt:lpstr>
      <vt:lpstr>Transaction Fee Mechanism Design</vt:lpstr>
      <vt:lpstr>Transaction Fee Mechanism Design</vt:lpstr>
      <vt:lpstr>Modeling of Transaction Fee Mechanisms </vt:lpstr>
      <vt:lpstr>TFMs on Existing Blockchains</vt:lpstr>
      <vt:lpstr>TFM on Ethereum: EIP-1559</vt:lpstr>
      <vt:lpstr>Example of EIP-1559</vt:lpstr>
      <vt:lpstr>Transaction Fee Mechanism Design</vt:lpstr>
      <vt:lpstr>Strategy Space of Players</vt:lpstr>
      <vt:lpstr>Strategy Space of Players</vt:lpstr>
      <vt:lpstr>Challenges of TFM Design</vt:lpstr>
      <vt:lpstr>Challenges of TFM Design: Why?</vt:lpstr>
      <vt:lpstr>Bayesian-Game Relaxation</vt:lpstr>
      <vt:lpstr>Information Sets?</vt:lpstr>
      <vt:lpstr>Our Work: Overview</vt:lpstr>
      <vt:lpstr>A look into Bayesian mechanisms</vt:lpstr>
      <vt:lpstr>Variants of First-Price Auction (i)</vt:lpstr>
      <vt:lpstr>Variants of First-Price Auction (ii)</vt:lpstr>
      <vt:lpstr>Comparison of Two Variants</vt:lpstr>
      <vt:lpstr>“Revenue” Equivalence (or not)?</vt:lpstr>
      <vt:lpstr>Auxiliary Mechanism Method</vt:lpstr>
      <vt:lpstr>Basis: Myerson’s Lemma</vt:lpstr>
      <vt:lpstr>Construction of Auxiliary Mechanism</vt:lpstr>
      <vt:lpstr>Conditions of U-BNIC and 1-SCP</vt:lpstr>
      <vt:lpstr>Construction of Main Mechanism</vt:lpstr>
      <vt:lpstr>Construction for Block Size 1: Auxiliary</vt:lpstr>
      <vt:lpstr>Construction for Block Size 1: Variation Term</vt:lpstr>
      <vt:lpstr>Construction for Block Size 1: Value of h </vt:lpstr>
      <vt:lpstr>Extension for Block Size k: Overview</vt:lpstr>
      <vt:lpstr>Methodology: Parametric Mechanism Optimization</vt:lpstr>
      <vt:lpstr>Open: Possible Relaxations of Collusion-Proofness</vt:lpstr>
      <vt:lpstr>Conclusion</vt:lpstr>
      <vt:lpstr>My Current Interest:  Mechanism Design for Decentralized AI</vt:lpstr>
      <vt:lpstr>Incentive Challenge in Decentralized AI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Collusion-Proof BNIC Transaction Fee Mechanism with Positive Miner Revenue</dc:title>
  <dc:creator>Zishuo Zhao</dc:creator>
  <cp:lastModifiedBy>Zhao, Zishuo</cp:lastModifiedBy>
  <cp:revision>354</cp:revision>
  <dcterms:created xsi:type="dcterms:W3CDTF">2022-05-03T01:43:12Z</dcterms:created>
  <dcterms:modified xsi:type="dcterms:W3CDTF">2025-11-19T01:25:11Z</dcterms:modified>
</cp:coreProperties>
</file>